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  <p:sldMasterId id="2147483684" r:id="rId2"/>
    <p:sldMasterId id="2147483670" r:id="rId3"/>
  </p:sldMasterIdLst>
  <p:notesMasterIdLst>
    <p:notesMasterId r:id="rId18"/>
  </p:notesMasterIdLst>
  <p:sldIdLst>
    <p:sldId id="264" r:id="rId4"/>
    <p:sldId id="265" r:id="rId5"/>
    <p:sldId id="269" r:id="rId6"/>
    <p:sldId id="270" r:id="rId7"/>
    <p:sldId id="271" r:id="rId8"/>
    <p:sldId id="272" r:id="rId9"/>
    <p:sldId id="273" r:id="rId10"/>
    <p:sldId id="274" r:id="rId11"/>
    <p:sldId id="278" r:id="rId12"/>
    <p:sldId id="279" r:id="rId13"/>
    <p:sldId id="275" r:id="rId14"/>
    <p:sldId id="277" r:id="rId15"/>
    <p:sldId id="266" r:id="rId16"/>
    <p:sldId id="276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7B3D06-8CDA-182B-9B4C-C8F18E60EFA1}" v="608" dt="2026-02-24T15:40:07.793"/>
    <p1510:client id="{2B67FBB2-FFB9-97F2-5F02-3F6E2BB3A65C}" v="221" dt="2026-02-24T18:26:10.481"/>
    <p1510:client id="{3C6EBAC0-E60D-4568-F942-331F1E8E85F8}" v="24" dt="2026-02-25T11:01:15.306"/>
    <p1510:client id="{41306057-F4F8-6015-610B-CEAF7DA43A6E}" v="48" dt="2026-02-25T16:18:48.159"/>
    <p1510:client id="{994A6FDC-A9BC-81AA-EA66-7849363A7816}" v="44" dt="2026-02-23T16:42:26.511"/>
    <p1510:client id="{C01059F6-3387-7232-E063-83BD871AFE93}" v="250" dt="2026-02-24T15:33:30.384"/>
    <p1510:client id="{E5572364-2188-BD58-7447-3BA945F66173}" v="3" dt="2026-02-24T18:20:36.910"/>
    <p1510:client id="{EC5724B3-A89B-C070-9599-644AEED4C8CD}" v="340" dt="2026-02-24T16:13:12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uro Olivares Martos" userId="S::arturo.olivares@stud.uni-due.de::defb8006-7969-45f9-9bf3-3765a406ff58" providerId="AD" clId="Web-{E5572364-2188-BD58-7447-3BA945F66173}"/>
    <pc:docChg chg="modSld">
      <pc:chgData name="Arturo Olivares Martos" userId="S::arturo.olivares@stud.uni-due.de::defb8006-7969-45f9-9bf3-3765a406ff58" providerId="AD" clId="Web-{E5572364-2188-BD58-7447-3BA945F66173}" dt="2026-02-24T18:20:35.988" v="1" actId="20577"/>
      <pc:docMkLst>
        <pc:docMk/>
      </pc:docMkLst>
      <pc:sldChg chg="modSp">
        <pc:chgData name="Arturo Olivares Martos" userId="S::arturo.olivares@stud.uni-due.de::defb8006-7969-45f9-9bf3-3765a406ff58" providerId="AD" clId="Web-{E5572364-2188-BD58-7447-3BA945F66173}" dt="2026-02-24T18:20:35.988" v="1" actId="20577"/>
        <pc:sldMkLst>
          <pc:docMk/>
          <pc:sldMk cId="3947990856" sldId="265"/>
        </pc:sldMkLst>
        <pc:spChg chg="mod">
          <ac:chgData name="Arturo Olivares Martos" userId="S::arturo.olivares@stud.uni-due.de::defb8006-7969-45f9-9bf3-3765a406ff58" providerId="AD" clId="Web-{E5572364-2188-BD58-7447-3BA945F66173}" dt="2026-02-24T18:20:35.988" v="1" actId="20577"/>
          <ac:spMkLst>
            <pc:docMk/>
            <pc:sldMk cId="3947990856" sldId="265"/>
            <ac:spMk id="5" creationId="{C271A409-AA93-45C2-8DB6-19327FF0186C}"/>
          </ac:spMkLst>
        </pc:spChg>
      </pc:sldChg>
    </pc:docChg>
  </pc:docChgLst>
  <pc:docChgLst>
    <pc:chgData name="Arturo Olivares Martos" userId="S::arturo.olivares@stud.uni-due.de::defb8006-7969-45f9-9bf3-3765a406ff58" providerId="AD" clId="Web-{267B3D06-8CDA-182B-9B4C-C8F18E60EFA1}"/>
    <pc:docChg chg="addSld delSld modSld">
      <pc:chgData name="Arturo Olivares Martos" userId="S::arturo.olivares@stud.uni-due.de::defb8006-7969-45f9-9bf3-3765a406ff58" providerId="AD" clId="Web-{267B3D06-8CDA-182B-9B4C-C8F18E60EFA1}" dt="2026-02-24T15:40:07.793" v="604" actId="20577"/>
      <pc:docMkLst>
        <pc:docMk/>
      </pc:docMkLst>
      <pc:sldChg chg="modSp">
        <pc:chgData name="Arturo Olivares Martos" userId="S::arturo.olivares@stud.uni-due.de::defb8006-7969-45f9-9bf3-3765a406ff58" providerId="AD" clId="Web-{267B3D06-8CDA-182B-9B4C-C8F18E60EFA1}" dt="2026-02-24T10:32:17.546" v="0" actId="20577"/>
        <pc:sldMkLst>
          <pc:docMk/>
          <pc:sldMk cId="865925936" sldId="264"/>
        </pc:sldMkLst>
        <pc:spChg chg="mod">
          <ac:chgData name="Arturo Olivares Martos" userId="S::arturo.olivares@stud.uni-due.de::defb8006-7969-45f9-9bf3-3765a406ff58" providerId="AD" clId="Web-{267B3D06-8CDA-182B-9B4C-C8F18E60EFA1}" dt="2026-02-24T10:32:17.546" v="0" actId="20577"/>
          <ac:spMkLst>
            <pc:docMk/>
            <pc:sldMk cId="865925936" sldId="264"/>
            <ac:spMk id="4" creationId="{062A779F-DA5E-4F4A-BA82-02F1D8C341E3}"/>
          </ac:spMkLst>
        </pc:spChg>
      </pc:sldChg>
      <pc:sldChg chg="modSp">
        <pc:chgData name="Arturo Olivares Martos" userId="S::arturo.olivares@stud.uni-due.de::defb8006-7969-45f9-9bf3-3765a406ff58" providerId="AD" clId="Web-{267B3D06-8CDA-182B-9B4C-C8F18E60EFA1}" dt="2026-02-24T10:45:06.146" v="228" actId="20577"/>
        <pc:sldMkLst>
          <pc:docMk/>
          <pc:sldMk cId="3947990856" sldId="265"/>
        </pc:sldMkLst>
        <pc:spChg chg="mod">
          <ac:chgData name="Arturo Olivares Martos" userId="S::arturo.olivares@stud.uni-due.de::defb8006-7969-45f9-9bf3-3765a406ff58" providerId="AD" clId="Web-{267B3D06-8CDA-182B-9B4C-C8F18E60EFA1}" dt="2026-02-24T10:45:06.146" v="228" actId="20577"/>
          <ac:spMkLst>
            <pc:docMk/>
            <pc:sldMk cId="3947990856" sldId="265"/>
            <ac:spMk id="5" creationId="{C271A409-AA93-45C2-8DB6-19327FF0186C}"/>
          </ac:spMkLst>
        </pc:spChg>
        <pc:spChg chg="mod">
          <ac:chgData name="Arturo Olivares Martos" userId="S::arturo.olivares@stud.uni-due.de::defb8006-7969-45f9-9bf3-3765a406ff58" providerId="AD" clId="Web-{267B3D06-8CDA-182B-9B4C-C8F18E60EFA1}" dt="2026-02-24T10:36:27.746" v="10"/>
          <ac:spMkLst>
            <pc:docMk/>
            <pc:sldMk cId="3947990856" sldId="265"/>
            <ac:spMk id="7" creationId="{B4F5A514-B395-401A-A47D-EB364E736137}"/>
          </ac:spMkLst>
        </pc:spChg>
      </pc:sldChg>
      <pc:sldChg chg="delSp">
        <pc:chgData name="Arturo Olivares Martos" userId="S::arturo.olivares@stud.uni-due.de::defb8006-7969-45f9-9bf3-3765a406ff58" providerId="AD" clId="Web-{267B3D06-8CDA-182B-9B4C-C8F18E60EFA1}" dt="2026-02-24T10:34:04.006" v="1"/>
        <pc:sldMkLst>
          <pc:docMk/>
          <pc:sldMk cId="1726110167" sldId="266"/>
        </pc:sldMkLst>
        <pc:spChg chg="del">
          <ac:chgData name="Arturo Olivares Martos" userId="S::arturo.olivares@stud.uni-due.de::defb8006-7969-45f9-9bf3-3765a406ff58" providerId="AD" clId="Web-{267B3D06-8CDA-182B-9B4C-C8F18E60EFA1}" dt="2026-02-24T10:34:04.006" v="1"/>
          <ac:spMkLst>
            <pc:docMk/>
            <pc:sldMk cId="1726110167" sldId="266"/>
            <ac:spMk id="3" creationId="{4E7C5932-56FC-4969-9BAC-C58C57430638}"/>
          </ac:spMkLst>
        </pc:spChg>
      </pc:sldChg>
      <pc:sldChg chg="modSp add del replId">
        <pc:chgData name="Arturo Olivares Martos" userId="S::arturo.olivares@stud.uni-due.de::defb8006-7969-45f9-9bf3-3765a406ff58" providerId="AD" clId="Web-{267B3D06-8CDA-182B-9B4C-C8F18E60EFA1}" dt="2026-02-24T15:36:14.913" v="485"/>
        <pc:sldMkLst>
          <pc:docMk/>
          <pc:sldMk cId="1743941052" sldId="267"/>
        </pc:sldMkLst>
        <pc:spChg chg="mod">
          <ac:chgData name="Arturo Olivares Martos" userId="S::arturo.olivares@stud.uni-due.de::defb8006-7969-45f9-9bf3-3765a406ff58" providerId="AD" clId="Web-{267B3D06-8CDA-182B-9B4C-C8F18E60EFA1}" dt="2026-02-24T10:57:06.181" v="480" actId="20577"/>
          <ac:spMkLst>
            <pc:docMk/>
            <pc:sldMk cId="1743941052" sldId="267"/>
            <ac:spMk id="5" creationId="{F449D902-DCB2-8C33-88FA-D1A99F1DE876}"/>
          </ac:spMkLst>
        </pc:spChg>
        <pc:spChg chg="mod">
          <ac:chgData name="Arturo Olivares Martos" userId="S::arturo.olivares@stud.uni-due.de::defb8006-7969-45f9-9bf3-3765a406ff58" providerId="AD" clId="Web-{267B3D06-8CDA-182B-9B4C-C8F18E60EFA1}" dt="2026-02-24T10:39:03.922" v="18" actId="20577"/>
          <ac:spMkLst>
            <pc:docMk/>
            <pc:sldMk cId="1743941052" sldId="267"/>
            <ac:spMk id="7" creationId="{018DC2DF-E3AE-EE1B-914C-F53D1ACFA9D1}"/>
          </ac:spMkLst>
        </pc:spChg>
      </pc:sldChg>
      <pc:sldChg chg="modSp add del replId">
        <pc:chgData name="Arturo Olivares Martos" userId="S::arturo.olivares@stud.uni-due.de::defb8006-7969-45f9-9bf3-3765a406ff58" providerId="AD" clId="Web-{267B3D06-8CDA-182B-9B4C-C8F18E60EFA1}" dt="2026-02-24T10:41:11.377" v="162"/>
        <pc:sldMkLst>
          <pc:docMk/>
          <pc:sldMk cId="2603532960" sldId="268"/>
        </pc:sldMkLst>
        <pc:spChg chg="mod">
          <ac:chgData name="Arturo Olivares Martos" userId="S::arturo.olivares@stud.uni-due.de::defb8006-7969-45f9-9bf3-3765a406ff58" providerId="AD" clId="Web-{267B3D06-8CDA-182B-9B4C-C8F18E60EFA1}" dt="2026-02-24T10:40:30.830" v="127" actId="20577"/>
          <ac:spMkLst>
            <pc:docMk/>
            <pc:sldMk cId="2603532960" sldId="268"/>
            <ac:spMk id="5" creationId="{3CD3B3FD-89AD-AB77-71EA-241556F2A32D}"/>
          </ac:spMkLst>
        </pc:spChg>
        <pc:spChg chg="mod">
          <ac:chgData name="Arturo Olivares Martos" userId="S::arturo.olivares@stud.uni-due.de::defb8006-7969-45f9-9bf3-3765a406ff58" providerId="AD" clId="Web-{267B3D06-8CDA-182B-9B4C-C8F18E60EFA1}" dt="2026-02-24T10:40:18.564" v="107" actId="20577"/>
          <ac:spMkLst>
            <pc:docMk/>
            <pc:sldMk cId="2603532960" sldId="268"/>
            <ac:spMk id="7" creationId="{E0A9436F-AA52-76FE-9F04-FB8FA597AABF}"/>
          </ac:spMkLst>
        </pc:spChg>
      </pc:sldChg>
      <pc:sldChg chg="addSp delSp modSp add replId">
        <pc:chgData name="Arturo Olivares Martos" userId="S::arturo.olivares@stud.uni-due.de::defb8006-7969-45f9-9bf3-3765a406ff58" providerId="AD" clId="Web-{267B3D06-8CDA-182B-9B4C-C8F18E60EFA1}" dt="2026-02-24T15:40:07.793" v="604" actId="20577"/>
        <pc:sldMkLst>
          <pc:docMk/>
          <pc:sldMk cId="171257908" sldId="269"/>
        </pc:sldMkLst>
        <pc:spChg chg="del">
          <ac:chgData name="Arturo Olivares Martos" userId="S::arturo.olivares@stud.uni-due.de::defb8006-7969-45f9-9bf3-3765a406ff58" providerId="AD" clId="Web-{267B3D06-8CDA-182B-9B4C-C8F18E60EFA1}" dt="2026-02-24T15:36:27.055" v="486"/>
          <ac:spMkLst>
            <pc:docMk/>
            <pc:sldMk cId="171257908" sldId="269"/>
            <ac:spMk id="2" creationId="{DE9258AA-C0F4-CCF1-1A00-34DFB9692B42}"/>
          </ac:spMkLst>
        </pc:spChg>
        <pc:spChg chg="del">
          <ac:chgData name="Arturo Olivares Martos" userId="S::arturo.olivares@stud.uni-due.de::defb8006-7969-45f9-9bf3-3765a406ff58" providerId="AD" clId="Web-{267B3D06-8CDA-182B-9B4C-C8F18E60EFA1}" dt="2026-02-24T15:36:29.336" v="487"/>
          <ac:spMkLst>
            <pc:docMk/>
            <pc:sldMk cId="171257908" sldId="269"/>
            <ac:spMk id="4" creationId="{92A8732D-CD6E-14C2-6349-6141ABCDFCDC}"/>
          </ac:spMkLst>
        </pc:spChg>
        <pc:spChg chg="mod">
          <ac:chgData name="Arturo Olivares Martos" userId="S::arturo.olivares@stud.uni-due.de::defb8006-7969-45f9-9bf3-3765a406ff58" providerId="AD" clId="Web-{267B3D06-8CDA-182B-9B4C-C8F18E60EFA1}" dt="2026-02-24T15:38:33.770" v="502" actId="1076"/>
          <ac:spMkLst>
            <pc:docMk/>
            <pc:sldMk cId="171257908" sldId="269"/>
            <ac:spMk id="5" creationId="{6DB20F54-7079-D4E7-FDDF-9BE8BA4DD9B6}"/>
          </ac:spMkLst>
        </pc:spChg>
        <pc:spChg chg="add mod">
          <ac:chgData name="Arturo Olivares Martos" userId="S::arturo.olivares@stud.uni-due.de::defb8006-7969-45f9-9bf3-3765a406ff58" providerId="AD" clId="Web-{267B3D06-8CDA-182B-9B4C-C8F18E60EFA1}" dt="2026-02-24T15:40:07.793" v="604" actId="20577"/>
          <ac:spMkLst>
            <pc:docMk/>
            <pc:sldMk cId="171257908" sldId="269"/>
            <ac:spMk id="9" creationId="{78F252E8-67E5-C345-F5B0-38DD8FEFE480}"/>
          </ac:spMkLst>
        </pc:spChg>
      </pc:sldChg>
      <pc:sldChg chg="addSp delSp modSp add replId">
        <pc:chgData name="Arturo Olivares Martos" userId="S::arturo.olivares@stud.uni-due.de::defb8006-7969-45f9-9bf3-3765a406ff58" providerId="AD" clId="Web-{267B3D06-8CDA-182B-9B4C-C8F18E60EFA1}" dt="2026-02-24T10:53:43.629" v="455" actId="20577"/>
        <pc:sldMkLst>
          <pc:docMk/>
          <pc:sldMk cId="3349050713" sldId="270"/>
        </pc:sldMkLst>
        <pc:spChg chg="mod">
          <ac:chgData name="Arturo Olivares Martos" userId="S::arturo.olivares@stud.uni-due.de::defb8006-7969-45f9-9bf3-3765a406ff58" providerId="AD" clId="Web-{267B3D06-8CDA-182B-9B4C-C8F18E60EFA1}" dt="2026-02-24T10:46:15.368" v="268" actId="1076"/>
          <ac:spMkLst>
            <pc:docMk/>
            <pc:sldMk cId="3349050713" sldId="270"/>
            <ac:spMk id="2" creationId="{5DB3D537-84FC-7BAD-1FD3-F122FC6EBC83}"/>
          </ac:spMkLst>
        </pc:spChg>
        <pc:spChg chg="add del mod">
          <ac:chgData name="Arturo Olivares Martos" userId="S::arturo.olivares@stud.uni-due.de::defb8006-7969-45f9-9bf3-3765a406ff58" providerId="AD" clId="Web-{267B3D06-8CDA-182B-9B4C-C8F18E60EFA1}" dt="2026-02-24T10:53:08.972" v="449"/>
          <ac:spMkLst>
            <pc:docMk/>
            <pc:sldMk cId="3349050713" sldId="270"/>
            <ac:spMk id="4" creationId="{96DEBC60-8308-8FA6-7C25-161B1219E08B}"/>
          </ac:spMkLst>
        </pc:spChg>
        <pc:spChg chg="mod">
          <ac:chgData name="Arturo Olivares Martos" userId="S::arturo.olivares@stud.uni-due.de::defb8006-7969-45f9-9bf3-3765a406ff58" providerId="AD" clId="Web-{267B3D06-8CDA-182B-9B4C-C8F18E60EFA1}" dt="2026-02-24T10:53:43.629" v="455" actId="20577"/>
          <ac:spMkLst>
            <pc:docMk/>
            <pc:sldMk cId="3349050713" sldId="270"/>
            <ac:spMk id="5" creationId="{09505CC8-FA5C-CAA5-A040-64F8845BF33B}"/>
          </ac:spMkLst>
        </pc:spChg>
        <pc:spChg chg="mod">
          <ac:chgData name="Arturo Olivares Martos" userId="S::arturo.olivares@stud.uni-due.de::defb8006-7969-45f9-9bf3-3765a406ff58" providerId="AD" clId="Web-{267B3D06-8CDA-182B-9B4C-C8F18E60EFA1}" dt="2026-02-24T10:41:49.894" v="174" actId="20577"/>
          <ac:spMkLst>
            <pc:docMk/>
            <pc:sldMk cId="3349050713" sldId="270"/>
            <ac:spMk id="7" creationId="{FFA431D4-DD7E-EB33-7E80-DA0B38263183}"/>
          </ac:spMkLst>
        </pc:spChg>
        <pc:spChg chg="add del mod">
          <ac:chgData name="Arturo Olivares Martos" userId="S::arturo.olivares@stud.uni-due.de::defb8006-7969-45f9-9bf3-3765a406ff58" providerId="AD" clId="Web-{267B3D06-8CDA-182B-9B4C-C8F18E60EFA1}" dt="2026-02-24T10:53:08.910" v="448"/>
          <ac:spMkLst>
            <pc:docMk/>
            <pc:sldMk cId="3349050713" sldId="270"/>
            <ac:spMk id="9" creationId="{E6E896CA-06BD-56CB-6B2E-610447D9C250}"/>
          </ac:spMkLst>
        </pc:spChg>
        <pc:spChg chg="add del mod">
          <ac:chgData name="Arturo Olivares Martos" userId="S::arturo.olivares@stud.uni-due.de::defb8006-7969-45f9-9bf3-3765a406ff58" providerId="AD" clId="Web-{267B3D06-8CDA-182B-9B4C-C8F18E60EFA1}" dt="2026-02-24T10:48:39.241" v="314"/>
          <ac:spMkLst>
            <pc:docMk/>
            <pc:sldMk cId="3349050713" sldId="270"/>
            <ac:spMk id="11" creationId="{273550E9-2779-4972-3E2C-A0612443DAA7}"/>
          </ac:spMkLst>
        </pc:spChg>
        <pc:spChg chg="add del mod">
          <ac:chgData name="Arturo Olivares Martos" userId="S::arturo.olivares@stud.uni-due.de::defb8006-7969-45f9-9bf3-3765a406ff58" providerId="AD" clId="Web-{267B3D06-8CDA-182B-9B4C-C8F18E60EFA1}" dt="2026-02-24T10:53:14.191" v="450"/>
          <ac:spMkLst>
            <pc:docMk/>
            <pc:sldMk cId="3349050713" sldId="270"/>
            <ac:spMk id="13" creationId="{BDA77A2C-7B37-1A70-9A4C-DB3C756C8AC4}"/>
          </ac:spMkLst>
        </pc:spChg>
      </pc:sldChg>
      <pc:sldChg chg="addSp delSp modSp add replId">
        <pc:chgData name="Arturo Olivares Martos" userId="S::arturo.olivares@stud.uni-due.de::defb8006-7969-45f9-9bf3-3765a406ff58" providerId="AD" clId="Web-{267B3D06-8CDA-182B-9B4C-C8F18E60EFA1}" dt="2026-02-24T10:55:15.757" v="467" actId="1076"/>
        <pc:sldMkLst>
          <pc:docMk/>
          <pc:sldMk cId="3108975942" sldId="271"/>
        </pc:sldMkLst>
        <pc:spChg chg="mod">
          <ac:chgData name="Arturo Olivares Martos" userId="S::arturo.olivares@stud.uni-due.de::defb8006-7969-45f9-9bf3-3765a406ff58" providerId="AD" clId="Web-{267B3D06-8CDA-182B-9B4C-C8F18E60EFA1}" dt="2026-02-24T10:54:39.725" v="464"/>
          <ac:spMkLst>
            <pc:docMk/>
            <pc:sldMk cId="3108975942" sldId="271"/>
            <ac:spMk id="2" creationId="{16603A74-E063-FA9E-107B-1464DD3126A7}"/>
          </ac:spMkLst>
        </pc:spChg>
        <pc:spChg chg="mod">
          <ac:chgData name="Arturo Olivares Martos" userId="S::arturo.olivares@stud.uni-due.de::defb8006-7969-45f9-9bf3-3765a406ff58" providerId="AD" clId="Web-{267B3D06-8CDA-182B-9B4C-C8F18E60EFA1}" dt="2026-02-24T10:55:15.757" v="467" actId="1076"/>
          <ac:spMkLst>
            <pc:docMk/>
            <pc:sldMk cId="3108975942" sldId="271"/>
            <ac:spMk id="4" creationId="{6626D7A6-5E04-10DB-BA77-B5D965A4B71B}"/>
          </ac:spMkLst>
        </pc:spChg>
        <pc:spChg chg="del">
          <ac:chgData name="Arturo Olivares Martos" userId="S::arturo.olivares@stud.uni-due.de::defb8006-7969-45f9-9bf3-3765a406ff58" providerId="AD" clId="Web-{267B3D06-8CDA-182B-9B4C-C8F18E60EFA1}" dt="2026-02-24T10:53:56.036" v="457"/>
          <ac:spMkLst>
            <pc:docMk/>
            <pc:sldMk cId="3108975942" sldId="271"/>
            <ac:spMk id="5" creationId="{7CEC91BB-ED1F-069A-2390-36F250A9DAE4}"/>
          </ac:spMkLst>
        </pc:spChg>
        <pc:spChg chg="del">
          <ac:chgData name="Arturo Olivares Martos" userId="S::arturo.olivares@stud.uni-due.de::defb8006-7969-45f9-9bf3-3765a406ff58" providerId="AD" clId="Web-{267B3D06-8CDA-182B-9B4C-C8F18E60EFA1}" dt="2026-02-24T10:53:58.442" v="458"/>
          <ac:spMkLst>
            <pc:docMk/>
            <pc:sldMk cId="3108975942" sldId="271"/>
            <ac:spMk id="9" creationId="{F9C5A7F2-CBF6-6256-6692-1F517DCFB1A8}"/>
          </ac:spMkLst>
        </pc:spChg>
        <pc:spChg chg="add del mod">
          <ac:chgData name="Arturo Olivares Martos" userId="S::arturo.olivares@stud.uni-due.de::defb8006-7969-45f9-9bf3-3765a406ff58" providerId="AD" clId="Web-{267B3D06-8CDA-182B-9B4C-C8F18E60EFA1}" dt="2026-02-24T10:54:07.661" v="459"/>
          <ac:spMkLst>
            <pc:docMk/>
            <pc:sldMk cId="3108975942" sldId="271"/>
            <ac:spMk id="10" creationId="{7C35E9D0-EBFF-4E50-82E1-E21B594F3DF9}"/>
          </ac:spMkLst>
        </pc:spChg>
      </pc:sldChg>
      <pc:sldChg chg="addSp delSp modSp">
        <pc:chgData name="Arturo Olivares Martos" userId="S::arturo.olivares@stud.uni-due.de::defb8006-7969-45f9-9bf3-3765a406ff58" providerId="AD" clId="Web-{267B3D06-8CDA-182B-9B4C-C8F18E60EFA1}" dt="2026-02-24T15:35:50.238" v="484"/>
        <pc:sldMkLst>
          <pc:docMk/>
          <pc:sldMk cId="168389109" sldId="272"/>
        </pc:sldMkLst>
        <pc:picChg chg="add del">
          <ac:chgData name="Arturo Olivares Martos" userId="S::arturo.olivares@stud.uni-due.de::defb8006-7969-45f9-9bf3-3765a406ff58" providerId="AD" clId="Web-{267B3D06-8CDA-182B-9B4C-C8F18E60EFA1}" dt="2026-02-24T15:35:50.238" v="484"/>
          <ac:picMkLst>
            <pc:docMk/>
            <pc:sldMk cId="168389109" sldId="272"/>
            <ac:picMk id="4" creationId="{43D73ED9-1B0D-DDC3-1E13-7ACFAF77C698}"/>
          </ac:picMkLst>
        </pc:picChg>
        <pc:picChg chg="add del mod">
          <ac:chgData name="Arturo Olivares Martos" userId="S::arturo.olivares@stud.uni-due.de::defb8006-7969-45f9-9bf3-3765a406ff58" providerId="AD" clId="Web-{267B3D06-8CDA-182B-9B4C-C8F18E60EFA1}" dt="2026-02-24T15:35:49.238" v="483"/>
          <ac:picMkLst>
            <pc:docMk/>
            <pc:sldMk cId="168389109" sldId="272"/>
            <ac:picMk id="5" creationId="{F924A6A4-8542-BFB9-DFAB-9915CF1FF0C2}"/>
          </ac:picMkLst>
        </pc:picChg>
      </pc:sldChg>
    </pc:docChg>
  </pc:docChgLst>
  <pc:docChgLst>
    <pc:chgData name="Arturo Olivares Martos" userId="S::arturo.olivares@stud.uni-due.de::defb8006-7969-45f9-9bf3-3765a406ff58" providerId="AD" clId="Web-{3C6EBAC0-E60D-4568-F942-331F1E8E85F8}"/>
    <pc:docChg chg="modSld">
      <pc:chgData name="Arturo Olivares Martos" userId="S::arturo.olivares@stud.uni-due.de::defb8006-7969-45f9-9bf3-3765a406ff58" providerId="AD" clId="Web-{3C6EBAC0-E60D-4568-F942-331F1E8E85F8}" dt="2026-02-25T11:01:15.306" v="23" actId="1076"/>
      <pc:docMkLst>
        <pc:docMk/>
      </pc:docMkLst>
      <pc:sldChg chg="modSp">
        <pc:chgData name="Arturo Olivares Martos" userId="S::arturo.olivares@stud.uni-due.de::defb8006-7969-45f9-9bf3-3765a406ff58" providerId="AD" clId="Web-{3C6EBAC0-E60D-4568-F942-331F1E8E85F8}" dt="2026-02-25T10:56:48.786" v="19" actId="1076"/>
        <pc:sldMkLst>
          <pc:docMk/>
          <pc:sldMk cId="3947990856" sldId="265"/>
        </pc:sldMkLst>
        <pc:spChg chg="mod">
          <ac:chgData name="Arturo Olivares Martos" userId="S::arturo.olivares@stud.uni-due.de::defb8006-7969-45f9-9bf3-3765a406ff58" providerId="AD" clId="Web-{3C6EBAC0-E60D-4568-F942-331F1E8E85F8}" dt="2026-02-25T10:56:48.786" v="19" actId="1076"/>
          <ac:spMkLst>
            <pc:docMk/>
            <pc:sldMk cId="3947990856" sldId="265"/>
            <ac:spMk id="2" creationId="{81DAD8C3-2566-4D90-AD24-EFC627332853}"/>
          </ac:spMkLst>
        </pc:spChg>
        <pc:spChg chg="mod">
          <ac:chgData name="Arturo Olivares Martos" userId="S::arturo.olivares@stud.uni-due.de::defb8006-7969-45f9-9bf3-3765a406ff58" providerId="AD" clId="Web-{3C6EBAC0-E60D-4568-F942-331F1E8E85F8}" dt="2026-02-25T10:56:37.004" v="16" actId="1076"/>
          <ac:spMkLst>
            <pc:docMk/>
            <pc:sldMk cId="3947990856" sldId="265"/>
            <ac:spMk id="5" creationId="{C271A409-AA93-45C2-8DB6-19327FF0186C}"/>
          </ac:spMkLst>
        </pc:spChg>
      </pc:sldChg>
      <pc:sldChg chg="modSp">
        <pc:chgData name="Arturo Olivares Martos" userId="S::arturo.olivares@stud.uni-due.de::defb8006-7969-45f9-9bf3-3765a406ff58" providerId="AD" clId="Web-{3C6EBAC0-E60D-4568-F942-331F1E8E85F8}" dt="2026-02-25T11:01:15.306" v="23" actId="1076"/>
        <pc:sldMkLst>
          <pc:docMk/>
          <pc:sldMk cId="3365581346" sldId="277"/>
        </pc:sldMkLst>
        <pc:spChg chg="mod">
          <ac:chgData name="Arturo Olivares Martos" userId="S::arturo.olivares@stud.uni-due.de::defb8006-7969-45f9-9bf3-3765a406ff58" providerId="AD" clId="Web-{3C6EBAC0-E60D-4568-F942-331F1E8E85F8}" dt="2026-02-25T11:01:15.306" v="23" actId="1076"/>
          <ac:spMkLst>
            <pc:docMk/>
            <pc:sldMk cId="3365581346" sldId="277"/>
            <ac:spMk id="5" creationId="{0CC90B12-65E0-FB86-47E1-E789FB1FEAC3}"/>
          </ac:spMkLst>
        </pc:spChg>
      </pc:sldChg>
    </pc:docChg>
  </pc:docChgLst>
  <pc:docChgLst>
    <pc:chgData name="Arturo Olivares Martos" userId="S::arturo.olivares@stud.uni-due.de::defb8006-7969-45f9-9bf3-3765a406ff58" providerId="AD" clId="Web-{41306057-F4F8-6015-610B-CEAF7DA43A6E}"/>
    <pc:docChg chg="modSld">
      <pc:chgData name="Arturo Olivares Martos" userId="S::arturo.olivares@stud.uni-due.de::defb8006-7969-45f9-9bf3-3765a406ff58" providerId="AD" clId="Web-{41306057-F4F8-6015-610B-CEAF7DA43A6E}" dt="2026-02-25T16:18:48.159" v="49" actId="1076"/>
      <pc:docMkLst>
        <pc:docMk/>
      </pc:docMkLst>
      <pc:sldChg chg="addSp modSp">
        <pc:chgData name="Arturo Olivares Martos" userId="S::arturo.olivares@stud.uni-due.de::defb8006-7969-45f9-9bf3-3765a406ff58" providerId="AD" clId="Web-{41306057-F4F8-6015-610B-CEAF7DA43A6E}" dt="2026-02-25T16:18:48.159" v="49" actId="1076"/>
        <pc:sldMkLst>
          <pc:docMk/>
          <pc:sldMk cId="3349050713" sldId="270"/>
        </pc:sldMkLst>
        <pc:spChg chg="add mod">
          <ac:chgData name="Arturo Olivares Martos" userId="S::arturo.olivares@stud.uni-due.de::defb8006-7969-45f9-9bf3-3765a406ff58" providerId="AD" clId="Web-{41306057-F4F8-6015-610B-CEAF7DA43A6E}" dt="2026-02-25T16:18:48.159" v="49" actId="1076"/>
          <ac:spMkLst>
            <pc:docMk/>
            <pc:sldMk cId="3349050713" sldId="270"/>
            <ac:spMk id="4" creationId="{E6F6AD3D-ACD1-072D-8132-EDA2CD7340E5}"/>
          </ac:spMkLst>
        </pc:spChg>
        <pc:spChg chg="mod">
          <ac:chgData name="Arturo Olivares Martos" userId="S::arturo.olivares@stud.uni-due.de::defb8006-7969-45f9-9bf3-3765a406ff58" providerId="AD" clId="Web-{41306057-F4F8-6015-610B-CEAF7DA43A6E}" dt="2026-02-25T16:17:05.828" v="4" actId="20577"/>
          <ac:spMkLst>
            <pc:docMk/>
            <pc:sldMk cId="3349050713" sldId="270"/>
            <ac:spMk id="5" creationId="{09505CC8-FA5C-CAA5-A040-64F8845BF33B}"/>
          </ac:spMkLst>
        </pc:spChg>
      </pc:sldChg>
    </pc:docChg>
  </pc:docChgLst>
  <pc:docChgLst>
    <pc:chgData name="Gastbenutzer" userId="S::urn:spo:tenantanon#5119c065-76e8-41de-a63b-08c51bc51f30::" providerId="AD" clId="Web-{994A6FDC-A9BC-81AA-EA66-7849363A7816}"/>
    <pc:docChg chg="delSld modSld">
      <pc:chgData name="Gastbenutzer" userId="S::urn:spo:tenantanon#5119c065-76e8-41de-a63b-08c51bc51f30::" providerId="AD" clId="Web-{994A6FDC-A9BC-81AA-EA66-7849363A7816}" dt="2026-02-23T16:42:26.511" v="43" actId="20577"/>
      <pc:docMkLst>
        <pc:docMk/>
      </pc:docMkLst>
      <pc:sldChg chg="modSp">
        <pc:chgData name="Gastbenutzer" userId="S::urn:spo:tenantanon#5119c065-76e8-41de-a63b-08c51bc51f30::" providerId="AD" clId="Web-{994A6FDC-A9BC-81AA-EA66-7849363A7816}" dt="2026-02-23T16:40:26.306" v="13" actId="14100"/>
        <pc:sldMkLst>
          <pc:docMk/>
          <pc:sldMk cId="865925936" sldId="264"/>
        </pc:sldMkLst>
        <pc:spChg chg="mod">
          <ac:chgData name="Gastbenutzer" userId="S::urn:spo:tenantanon#5119c065-76e8-41de-a63b-08c51bc51f30::" providerId="AD" clId="Web-{994A6FDC-A9BC-81AA-EA66-7849363A7816}" dt="2026-02-23T16:40:19.603" v="12" actId="20577"/>
          <ac:spMkLst>
            <pc:docMk/>
            <pc:sldMk cId="865925936" sldId="264"/>
            <ac:spMk id="2" creationId="{D6C87F86-5EB2-4B9D-8B3C-78EA94AE5A5C}"/>
          </ac:spMkLst>
        </pc:spChg>
        <pc:spChg chg="mod">
          <ac:chgData name="Gastbenutzer" userId="S::urn:spo:tenantanon#5119c065-76e8-41de-a63b-08c51bc51f30::" providerId="AD" clId="Web-{994A6FDC-A9BC-81AA-EA66-7849363A7816}" dt="2026-02-23T16:40:26.306" v="13" actId="14100"/>
          <ac:spMkLst>
            <pc:docMk/>
            <pc:sldMk cId="865925936" sldId="264"/>
            <ac:spMk id="3" creationId="{98292FA1-644E-44AC-BCA6-4F6BCEFC5EE2}"/>
          </ac:spMkLst>
        </pc:spChg>
      </pc:sldChg>
      <pc:sldChg chg="delSp modSp mod modClrScheme chgLayout">
        <pc:chgData name="Gastbenutzer" userId="S::urn:spo:tenantanon#5119c065-76e8-41de-a63b-08c51bc51f30::" providerId="AD" clId="Web-{994A6FDC-A9BC-81AA-EA66-7849363A7816}" dt="2026-02-23T16:41:46.635" v="28" actId="20577"/>
        <pc:sldMkLst>
          <pc:docMk/>
          <pc:sldMk cId="3947990856" sldId="265"/>
        </pc:sldMkLst>
        <pc:spChg chg="mod ord">
          <ac:chgData name="Gastbenutzer" userId="S::urn:spo:tenantanon#5119c065-76e8-41de-a63b-08c51bc51f30::" providerId="AD" clId="Web-{994A6FDC-A9BC-81AA-EA66-7849363A7816}" dt="2026-02-23T16:41:29.434" v="15"/>
          <ac:spMkLst>
            <pc:docMk/>
            <pc:sldMk cId="3947990856" sldId="265"/>
            <ac:spMk id="2" creationId="{81DAD8C3-2566-4D90-AD24-EFC627332853}"/>
          </ac:spMkLst>
        </pc:spChg>
        <pc:spChg chg="mod ord">
          <ac:chgData name="Gastbenutzer" userId="S::urn:spo:tenantanon#5119c065-76e8-41de-a63b-08c51bc51f30::" providerId="AD" clId="Web-{994A6FDC-A9BC-81AA-EA66-7849363A7816}" dt="2026-02-23T16:41:29.434" v="15"/>
          <ac:spMkLst>
            <pc:docMk/>
            <pc:sldMk cId="3947990856" sldId="265"/>
            <ac:spMk id="5" creationId="{C271A409-AA93-45C2-8DB6-19327FF0186C}"/>
          </ac:spMkLst>
        </pc:spChg>
        <pc:spChg chg="mod ord">
          <ac:chgData name="Gastbenutzer" userId="S::urn:spo:tenantanon#5119c065-76e8-41de-a63b-08c51bc51f30::" providerId="AD" clId="Web-{994A6FDC-A9BC-81AA-EA66-7849363A7816}" dt="2026-02-23T16:41:29.434" v="15"/>
          <ac:spMkLst>
            <pc:docMk/>
            <pc:sldMk cId="3947990856" sldId="265"/>
            <ac:spMk id="6" creationId="{888A6786-2A30-4D07-8E66-B5FF74E80B04}"/>
          </ac:spMkLst>
        </pc:spChg>
        <pc:spChg chg="mod ord">
          <ac:chgData name="Gastbenutzer" userId="S::urn:spo:tenantanon#5119c065-76e8-41de-a63b-08c51bc51f30::" providerId="AD" clId="Web-{994A6FDC-A9BC-81AA-EA66-7849363A7816}" dt="2026-02-23T16:41:46.635" v="28" actId="20577"/>
          <ac:spMkLst>
            <pc:docMk/>
            <pc:sldMk cId="3947990856" sldId="265"/>
            <ac:spMk id="7" creationId="{B4F5A514-B395-401A-A47D-EB364E736137}"/>
          </ac:spMkLst>
        </pc:spChg>
        <pc:spChg chg="mod ord">
          <ac:chgData name="Gastbenutzer" userId="S::urn:spo:tenantanon#5119c065-76e8-41de-a63b-08c51bc51f30::" providerId="AD" clId="Web-{994A6FDC-A9BC-81AA-EA66-7849363A7816}" dt="2026-02-23T16:41:29.434" v="15"/>
          <ac:spMkLst>
            <pc:docMk/>
            <pc:sldMk cId="3947990856" sldId="265"/>
            <ac:spMk id="8" creationId="{A3D014E7-FE38-4AF8-B0C9-D1FE54AF4451}"/>
          </ac:spMkLst>
        </pc:spChg>
      </pc:sldChg>
      <pc:sldChg chg="modSp">
        <pc:chgData name="Gastbenutzer" userId="S::urn:spo:tenantanon#5119c065-76e8-41de-a63b-08c51bc51f30::" providerId="AD" clId="Web-{994A6FDC-A9BC-81AA-EA66-7849363A7816}" dt="2026-02-23T16:42:26.511" v="43" actId="20577"/>
        <pc:sldMkLst>
          <pc:docMk/>
          <pc:sldMk cId="1726110167" sldId="266"/>
        </pc:sldMkLst>
        <pc:spChg chg="mod">
          <ac:chgData name="Gastbenutzer" userId="S::urn:spo:tenantanon#5119c065-76e8-41de-a63b-08c51bc51f30::" providerId="AD" clId="Web-{994A6FDC-A9BC-81AA-EA66-7849363A7816}" dt="2026-02-23T16:42:12.948" v="40" actId="20577"/>
          <ac:spMkLst>
            <pc:docMk/>
            <pc:sldMk cId="1726110167" sldId="266"/>
            <ac:spMk id="2" creationId="{C69558E2-A301-4EE7-A3A9-CF45353A5BFF}"/>
          </ac:spMkLst>
        </pc:spChg>
        <pc:spChg chg="mod">
          <ac:chgData name="Gastbenutzer" userId="S::urn:spo:tenantanon#5119c065-76e8-41de-a63b-08c51bc51f30::" providerId="AD" clId="Web-{994A6FDC-A9BC-81AA-EA66-7849363A7816}" dt="2026-02-23T16:42:26.511" v="43" actId="20577"/>
          <ac:spMkLst>
            <pc:docMk/>
            <pc:sldMk cId="1726110167" sldId="266"/>
            <ac:spMk id="4" creationId="{D2CA608F-5E1E-41C1-B308-DDFD23A97B8B}"/>
          </ac:spMkLst>
        </pc:spChg>
      </pc:sldChg>
    </pc:docChg>
  </pc:docChgLst>
  <pc:docChgLst>
    <pc:chgData name="Gastbenutzer" userId="S::urn:spo:tenantanon#5119c065-76e8-41de-a63b-08c51bc51f30::" providerId="AD" clId="Web-{C01059F6-3387-7232-E063-83BD871AFE93}"/>
    <pc:docChg chg="addSld delSld modSld sldOrd">
      <pc:chgData name="Gastbenutzer" userId="S::urn:spo:tenantanon#5119c065-76e8-41de-a63b-08c51bc51f30::" providerId="AD" clId="Web-{C01059F6-3387-7232-E063-83BD871AFE93}" dt="2026-02-24T15:33:30.384" v="203" actId="20577"/>
      <pc:docMkLst>
        <pc:docMk/>
      </pc:docMkLst>
      <pc:sldChg chg="addSp delSp modSp add ord replId">
        <pc:chgData name="Gastbenutzer" userId="S::urn:spo:tenantanon#5119c065-76e8-41de-a63b-08c51bc51f30::" providerId="AD" clId="Web-{C01059F6-3387-7232-E063-83BD871AFE93}" dt="2026-02-24T15:06:08.309" v="44" actId="1076"/>
        <pc:sldMkLst>
          <pc:docMk/>
          <pc:sldMk cId="168389109" sldId="272"/>
        </pc:sldMkLst>
        <pc:spChg chg="mod">
          <ac:chgData name="Gastbenutzer" userId="S::urn:spo:tenantanon#5119c065-76e8-41de-a63b-08c51bc51f30::" providerId="AD" clId="Web-{C01059F6-3387-7232-E063-83BD871AFE93}" dt="2026-02-24T15:00:27.632" v="4" actId="20577"/>
          <ac:spMkLst>
            <pc:docMk/>
            <pc:sldMk cId="168389109" sldId="272"/>
            <ac:spMk id="2" creationId="{A97F15F4-729F-7AB1-6012-431A7E4AFA4D}"/>
          </ac:spMkLst>
        </pc:spChg>
        <pc:spChg chg="add mod">
          <ac:chgData name="Gastbenutzer" userId="S::urn:spo:tenantanon#5119c065-76e8-41de-a63b-08c51bc51f30::" providerId="AD" clId="Web-{C01059F6-3387-7232-E063-83BD871AFE93}" dt="2026-02-24T15:04:42.713" v="37" actId="20577"/>
          <ac:spMkLst>
            <pc:docMk/>
            <pc:sldMk cId="168389109" sldId="272"/>
            <ac:spMk id="3" creationId="{4F867F95-5F52-33CC-DC0F-9A2F228E7A2D}"/>
          </ac:spMkLst>
        </pc:spChg>
        <pc:spChg chg="del mod">
          <ac:chgData name="Gastbenutzer" userId="S::urn:spo:tenantanon#5119c065-76e8-41de-a63b-08c51bc51f30::" providerId="AD" clId="Web-{C01059F6-3387-7232-E063-83BD871AFE93}" dt="2026-02-24T15:05:32.495" v="40"/>
          <ac:spMkLst>
            <pc:docMk/>
            <pc:sldMk cId="168389109" sldId="272"/>
            <ac:spMk id="5" creationId="{3ED9B931-ABB4-0FB8-EB4C-3A064A15877D}"/>
          </ac:spMkLst>
        </pc:spChg>
        <pc:spChg chg="mod">
          <ac:chgData name="Gastbenutzer" userId="S::urn:spo:tenantanon#5119c065-76e8-41de-a63b-08c51bc51f30::" providerId="AD" clId="Web-{C01059F6-3387-7232-E063-83BD871AFE93}" dt="2026-02-24T15:00:18.070" v="2" actId="20577"/>
          <ac:spMkLst>
            <pc:docMk/>
            <pc:sldMk cId="168389109" sldId="272"/>
            <ac:spMk id="7" creationId="{97CFF2EF-500C-6DE6-E33D-CB3DD07DB020}"/>
          </ac:spMkLst>
        </pc:spChg>
        <pc:picChg chg="add mod">
          <ac:chgData name="Gastbenutzer" userId="S::urn:spo:tenantanon#5119c065-76e8-41de-a63b-08c51bc51f30::" providerId="AD" clId="Web-{C01059F6-3387-7232-E063-83BD871AFE93}" dt="2026-02-24T15:06:08.309" v="44" actId="1076"/>
          <ac:picMkLst>
            <pc:docMk/>
            <pc:sldMk cId="168389109" sldId="272"/>
            <ac:picMk id="4" creationId="{43D73ED9-1B0D-DDC3-1E13-7ACFAF77C698}"/>
          </ac:picMkLst>
        </pc:picChg>
      </pc:sldChg>
      <pc:sldChg chg="addSp delSp modSp add replId">
        <pc:chgData name="Gastbenutzer" userId="S::urn:spo:tenantanon#5119c065-76e8-41de-a63b-08c51bc51f30::" providerId="AD" clId="Web-{C01059F6-3387-7232-E063-83BD871AFE93}" dt="2026-02-24T15:09:23.875" v="72" actId="1076"/>
        <pc:sldMkLst>
          <pc:docMk/>
          <pc:sldMk cId="3164251461" sldId="273"/>
        </pc:sldMkLst>
        <pc:spChg chg="add mod">
          <ac:chgData name="Gastbenutzer" userId="S::urn:spo:tenantanon#5119c065-76e8-41de-a63b-08c51bc51f30::" providerId="AD" clId="Web-{C01059F6-3387-7232-E063-83BD871AFE93}" dt="2026-02-24T15:07:51.998" v="66" actId="1076"/>
          <ac:spMkLst>
            <pc:docMk/>
            <pc:sldMk cId="3164251461" sldId="273"/>
            <ac:spMk id="3" creationId="{DDEA9BCA-C1EB-F5F4-351C-0230E7A843D6}"/>
          </ac:spMkLst>
        </pc:spChg>
        <pc:spChg chg="del">
          <ac:chgData name="Gastbenutzer" userId="S::urn:spo:tenantanon#5119c065-76e8-41de-a63b-08c51bc51f30::" providerId="AD" clId="Web-{C01059F6-3387-7232-E063-83BD871AFE93}" dt="2026-02-24T15:08:31.186" v="67"/>
          <ac:spMkLst>
            <pc:docMk/>
            <pc:sldMk cId="3164251461" sldId="273"/>
            <ac:spMk id="5" creationId="{8B2F76CF-C5C9-3C16-0996-0666C4B1A845}"/>
          </ac:spMkLst>
        </pc:spChg>
        <pc:spChg chg="mod">
          <ac:chgData name="Gastbenutzer" userId="S::urn:spo:tenantanon#5119c065-76e8-41de-a63b-08c51bc51f30::" providerId="AD" clId="Web-{C01059F6-3387-7232-E063-83BD871AFE93}" dt="2026-02-24T15:06:51.747" v="49" actId="20577"/>
          <ac:spMkLst>
            <pc:docMk/>
            <pc:sldMk cId="3164251461" sldId="273"/>
            <ac:spMk id="7" creationId="{38656F8E-5E52-995D-37CC-C73BD85A27DD}"/>
          </ac:spMkLst>
        </pc:spChg>
        <pc:picChg chg="add mod">
          <ac:chgData name="Gastbenutzer" userId="S::urn:spo:tenantanon#5119c065-76e8-41de-a63b-08c51bc51f30::" providerId="AD" clId="Web-{C01059F6-3387-7232-E063-83BD871AFE93}" dt="2026-02-24T15:08:37.108" v="69" actId="1076"/>
          <ac:picMkLst>
            <pc:docMk/>
            <pc:sldMk cId="3164251461" sldId="273"/>
            <ac:picMk id="4" creationId="{43D93905-52FA-A8D2-5622-527F200655DD}"/>
          </ac:picMkLst>
        </pc:picChg>
        <pc:picChg chg="add mod">
          <ac:chgData name="Gastbenutzer" userId="S::urn:spo:tenantanon#5119c065-76e8-41de-a63b-08c51bc51f30::" providerId="AD" clId="Web-{C01059F6-3387-7232-E063-83BD871AFE93}" dt="2026-02-24T15:09:23.875" v="72" actId="1076"/>
          <ac:picMkLst>
            <pc:docMk/>
            <pc:sldMk cId="3164251461" sldId="273"/>
            <ac:picMk id="9" creationId="{C4347D8A-BCC8-BFC2-EDFA-13C2EC5EBA09}"/>
          </ac:picMkLst>
        </pc:picChg>
      </pc:sldChg>
      <pc:sldChg chg="addSp modSp add ord replId">
        <pc:chgData name="Gastbenutzer" userId="S::urn:spo:tenantanon#5119c065-76e8-41de-a63b-08c51bc51f30::" providerId="AD" clId="Web-{C01059F6-3387-7232-E063-83BD871AFE93}" dt="2026-02-24T15:31:27.832" v="167" actId="20577"/>
        <pc:sldMkLst>
          <pc:docMk/>
          <pc:sldMk cId="1153900531" sldId="274"/>
        </pc:sldMkLst>
        <pc:spChg chg="add mod">
          <ac:chgData name="Gastbenutzer" userId="S::urn:spo:tenantanon#5119c065-76e8-41de-a63b-08c51bc51f30::" providerId="AD" clId="Web-{C01059F6-3387-7232-E063-83BD871AFE93}" dt="2026-02-24T15:31:27.832" v="167" actId="20577"/>
          <ac:spMkLst>
            <pc:docMk/>
            <pc:sldMk cId="1153900531" sldId="274"/>
            <ac:spMk id="3" creationId="{5F9B5122-257A-CFE1-34D6-A968637A5FC4}"/>
          </ac:spMkLst>
        </pc:spChg>
        <pc:spChg chg="mod">
          <ac:chgData name="Gastbenutzer" userId="S::urn:spo:tenantanon#5119c065-76e8-41de-a63b-08c51bc51f30::" providerId="AD" clId="Web-{C01059F6-3387-7232-E063-83BD871AFE93}" dt="2026-02-24T15:29:43.845" v="137" actId="14100"/>
          <ac:spMkLst>
            <pc:docMk/>
            <pc:sldMk cId="1153900531" sldId="274"/>
            <ac:spMk id="5" creationId="{F6772CBC-B1AF-6F59-362D-AD0749631B3D}"/>
          </ac:spMkLst>
        </pc:spChg>
      </pc:sldChg>
      <pc:sldChg chg="modSp add replId">
        <pc:chgData name="Gastbenutzer" userId="S::urn:spo:tenantanon#5119c065-76e8-41de-a63b-08c51bc51f30::" providerId="AD" clId="Web-{C01059F6-3387-7232-E063-83BD871AFE93}" dt="2026-02-24T15:27:59.359" v="128" actId="20577"/>
        <pc:sldMkLst>
          <pc:docMk/>
          <pc:sldMk cId="1824763787" sldId="275"/>
        </pc:sldMkLst>
        <pc:spChg chg="mod">
          <ac:chgData name="Gastbenutzer" userId="S::urn:spo:tenantanon#5119c065-76e8-41de-a63b-08c51bc51f30::" providerId="AD" clId="Web-{C01059F6-3387-7232-E063-83BD871AFE93}" dt="2026-02-24T15:27:59.359" v="128" actId="20577"/>
          <ac:spMkLst>
            <pc:docMk/>
            <pc:sldMk cId="1824763787" sldId="275"/>
            <ac:spMk id="7" creationId="{967C4799-5A3B-1692-E906-2C517B805C4F}"/>
          </ac:spMkLst>
        </pc:spChg>
      </pc:sldChg>
      <pc:sldChg chg="add del replId">
        <pc:chgData name="Gastbenutzer" userId="S::urn:spo:tenantanon#5119c065-76e8-41de-a63b-08c51bc51f30::" providerId="AD" clId="Web-{C01059F6-3387-7232-E063-83BD871AFE93}" dt="2026-02-24T15:06:37.075" v="46"/>
        <pc:sldMkLst>
          <pc:docMk/>
          <pc:sldMk cId="3532209467" sldId="275"/>
        </pc:sldMkLst>
      </pc:sldChg>
      <pc:sldChg chg="modSp add ord replId">
        <pc:chgData name="Gastbenutzer" userId="S::urn:spo:tenantanon#5119c065-76e8-41de-a63b-08c51bc51f30::" providerId="AD" clId="Web-{C01059F6-3387-7232-E063-83BD871AFE93}" dt="2026-02-24T15:24:34.305" v="124" actId="20577"/>
        <pc:sldMkLst>
          <pc:docMk/>
          <pc:sldMk cId="872489073" sldId="276"/>
        </pc:sldMkLst>
        <pc:spChg chg="mod">
          <ac:chgData name="Gastbenutzer" userId="S::urn:spo:tenantanon#5119c065-76e8-41de-a63b-08c51bc51f30::" providerId="AD" clId="Web-{C01059F6-3387-7232-E063-83BD871AFE93}" dt="2026-02-24T15:24:34.305" v="124" actId="20577"/>
          <ac:spMkLst>
            <pc:docMk/>
            <pc:sldMk cId="872489073" sldId="276"/>
            <ac:spMk id="5" creationId="{AF417AC5-8E29-071E-ABD1-F8F4386429F2}"/>
          </ac:spMkLst>
        </pc:spChg>
        <pc:spChg chg="mod">
          <ac:chgData name="Gastbenutzer" userId="S::urn:spo:tenantanon#5119c065-76e8-41de-a63b-08c51bc51f30::" providerId="AD" clId="Web-{C01059F6-3387-7232-E063-83BD871AFE93}" dt="2026-02-24T15:10:05.406" v="80" actId="20577"/>
          <ac:spMkLst>
            <pc:docMk/>
            <pc:sldMk cId="872489073" sldId="276"/>
            <ac:spMk id="7" creationId="{F3F4572F-A02D-0A94-0F93-76E3AB277FD0}"/>
          </ac:spMkLst>
        </pc:spChg>
      </pc:sldChg>
      <pc:sldChg chg="modSp add replId">
        <pc:chgData name="Gastbenutzer" userId="S::urn:spo:tenantanon#5119c065-76e8-41de-a63b-08c51bc51f30::" providerId="AD" clId="Web-{C01059F6-3387-7232-E063-83BD871AFE93}" dt="2026-02-24T15:28:12.875" v="135" actId="20577"/>
        <pc:sldMkLst>
          <pc:docMk/>
          <pc:sldMk cId="3365581346" sldId="277"/>
        </pc:sldMkLst>
        <pc:spChg chg="mod">
          <ac:chgData name="Gastbenutzer" userId="S::urn:spo:tenantanon#5119c065-76e8-41de-a63b-08c51bc51f30::" providerId="AD" clId="Web-{C01059F6-3387-7232-E063-83BD871AFE93}" dt="2026-02-24T15:28:12.875" v="135" actId="20577"/>
          <ac:spMkLst>
            <pc:docMk/>
            <pc:sldMk cId="3365581346" sldId="277"/>
            <ac:spMk id="7" creationId="{5A5C51DC-DB1B-A6AE-20DE-E35117FFE985}"/>
          </ac:spMkLst>
        </pc:spChg>
      </pc:sldChg>
      <pc:sldChg chg="modSp add replId">
        <pc:chgData name="Gastbenutzer" userId="S::urn:spo:tenantanon#5119c065-76e8-41de-a63b-08c51bc51f30::" providerId="AD" clId="Web-{C01059F6-3387-7232-E063-83BD871AFE93}" dt="2026-02-24T15:31:23.504" v="166" actId="20577"/>
        <pc:sldMkLst>
          <pc:docMk/>
          <pc:sldMk cId="328108940" sldId="278"/>
        </pc:sldMkLst>
        <pc:spChg chg="mod">
          <ac:chgData name="Gastbenutzer" userId="S::urn:spo:tenantanon#5119c065-76e8-41de-a63b-08c51bc51f30::" providerId="AD" clId="Web-{C01059F6-3387-7232-E063-83BD871AFE93}" dt="2026-02-24T15:31:23.504" v="166" actId="20577"/>
          <ac:spMkLst>
            <pc:docMk/>
            <pc:sldMk cId="328108940" sldId="278"/>
            <ac:spMk id="3" creationId="{2630B94C-8623-0962-62FA-6F09A618A3CB}"/>
          </ac:spMkLst>
        </pc:spChg>
      </pc:sldChg>
      <pc:sldChg chg="modSp add replId">
        <pc:chgData name="Gastbenutzer" userId="S::urn:spo:tenantanon#5119c065-76e8-41de-a63b-08c51bc51f30::" providerId="AD" clId="Web-{C01059F6-3387-7232-E063-83BD871AFE93}" dt="2026-02-24T15:33:30.384" v="203" actId="20577"/>
        <pc:sldMkLst>
          <pc:docMk/>
          <pc:sldMk cId="1401254487" sldId="279"/>
        </pc:sldMkLst>
        <pc:spChg chg="mod">
          <ac:chgData name="Gastbenutzer" userId="S::urn:spo:tenantanon#5119c065-76e8-41de-a63b-08c51bc51f30::" providerId="AD" clId="Web-{C01059F6-3387-7232-E063-83BD871AFE93}" dt="2026-02-24T15:32:29.632" v="170" actId="20577"/>
          <ac:spMkLst>
            <pc:docMk/>
            <pc:sldMk cId="1401254487" sldId="279"/>
            <ac:spMk id="3" creationId="{31363C35-2992-1A48-27D3-B954A740A256}"/>
          </ac:spMkLst>
        </pc:spChg>
        <pc:spChg chg="mod">
          <ac:chgData name="Gastbenutzer" userId="S::urn:spo:tenantanon#5119c065-76e8-41de-a63b-08c51bc51f30::" providerId="AD" clId="Web-{C01059F6-3387-7232-E063-83BD871AFE93}" dt="2026-02-24T15:33:30.384" v="203" actId="20577"/>
          <ac:spMkLst>
            <pc:docMk/>
            <pc:sldMk cId="1401254487" sldId="279"/>
            <ac:spMk id="5" creationId="{148F28CC-7725-DF60-6DA9-3B64E304D78F}"/>
          </ac:spMkLst>
        </pc:spChg>
      </pc:sldChg>
    </pc:docChg>
  </pc:docChgLst>
  <pc:docChgLst>
    <pc:chgData name="Arturo Olivares Martos" userId="S::arturo.olivares@stud.uni-due.de::defb8006-7969-45f9-9bf3-3765a406ff58" providerId="AD" clId="Web-{EC5724B3-A89B-C070-9599-644AEED4C8CD}"/>
    <pc:docChg chg="modSld">
      <pc:chgData name="Arturo Olivares Martos" userId="S::arturo.olivares@stud.uni-due.de::defb8006-7969-45f9-9bf3-3765a406ff58" providerId="AD" clId="Web-{EC5724B3-A89B-C070-9599-644AEED4C8CD}" dt="2026-02-24T16:13:12.637" v="343" actId="1076"/>
      <pc:docMkLst>
        <pc:docMk/>
      </pc:docMkLst>
      <pc:sldChg chg="modSp">
        <pc:chgData name="Arturo Olivares Martos" userId="S::arturo.olivares@stud.uni-due.de::defb8006-7969-45f9-9bf3-3765a406ff58" providerId="AD" clId="Web-{EC5724B3-A89B-C070-9599-644AEED4C8CD}" dt="2026-02-24T15:42:34.989" v="31" actId="1076"/>
        <pc:sldMkLst>
          <pc:docMk/>
          <pc:sldMk cId="171257908" sldId="269"/>
        </pc:sldMkLst>
        <pc:spChg chg="mod">
          <ac:chgData name="Arturo Olivares Martos" userId="S::arturo.olivares@stud.uni-due.de::defb8006-7969-45f9-9bf3-3765a406ff58" providerId="AD" clId="Web-{EC5724B3-A89B-C070-9599-644AEED4C8CD}" dt="2026-02-24T15:42:34.989" v="31" actId="1076"/>
          <ac:spMkLst>
            <pc:docMk/>
            <pc:sldMk cId="171257908" sldId="269"/>
            <ac:spMk id="9" creationId="{78F252E8-67E5-C345-F5B0-38DD8FEFE480}"/>
          </ac:spMkLst>
        </pc:spChg>
      </pc:sldChg>
      <pc:sldChg chg="addSp modSp">
        <pc:chgData name="Arturo Olivares Martos" userId="S::arturo.olivares@stud.uni-due.de::defb8006-7969-45f9-9bf3-3765a406ff58" providerId="AD" clId="Web-{EC5724B3-A89B-C070-9599-644AEED4C8CD}" dt="2026-02-24T16:13:12.637" v="343" actId="1076"/>
        <pc:sldMkLst>
          <pc:docMk/>
          <pc:sldMk cId="1824763787" sldId="275"/>
        </pc:sldMkLst>
        <pc:spChg chg="add mod">
          <ac:chgData name="Arturo Olivares Martos" userId="S::arturo.olivares@stud.uni-due.de::defb8006-7969-45f9-9bf3-3765a406ff58" providerId="AD" clId="Web-{EC5724B3-A89B-C070-9599-644AEED4C8CD}" dt="2026-02-24T16:13:12.637" v="343" actId="1076"/>
          <ac:spMkLst>
            <pc:docMk/>
            <pc:sldMk cId="1824763787" sldId="275"/>
            <ac:spMk id="4" creationId="{C156CB13-15BD-255D-FECB-00FDD85C9289}"/>
          </ac:spMkLst>
        </pc:spChg>
        <pc:spChg chg="mod">
          <ac:chgData name="Arturo Olivares Martos" userId="S::arturo.olivares@stud.uni-due.de::defb8006-7969-45f9-9bf3-3765a406ff58" providerId="AD" clId="Web-{EC5724B3-A89B-C070-9599-644AEED4C8CD}" dt="2026-02-24T16:13:12.621" v="342" actId="1076"/>
          <ac:spMkLst>
            <pc:docMk/>
            <pc:sldMk cId="1824763787" sldId="275"/>
            <ac:spMk id="5" creationId="{3AD47F79-3CD9-765A-596E-99D79630CF20}"/>
          </ac:spMkLst>
        </pc:spChg>
      </pc:sldChg>
    </pc:docChg>
  </pc:docChgLst>
  <pc:docChgLst>
    <pc:chgData name="Gastbenutzer" userId="S::urn:spo:tenantanon#5119c065-76e8-41de-a63b-08c51bc51f30::" providerId="AD" clId="Web-{2B67FBB2-FFB9-97F2-5F02-3F6E2BB3A65C}"/>
    <pc:docChg chg="modSld">
      <pc:chgData name="Gastbenutzer" userId="S::urn:spo:tenantanon#5119c065-76e8-41de-a63b-08c51bc51f30::" providerId="AD" clId="Web-{2B67FBB2-FFB9-97F2-5F02-3F6E2BB3A65C}" dt="2026-02-24T18:26:10.481" v="227" actId="20577"/>
      <pc:docMkLst>
        <pc:docMk/>
      </pc:docMkLst>
      <pc:sldChg chg="delSp modSp">
        <pc:chgData name="Gastbenutzer" userId="S::urn:spo:tenantanon#5119c065-76e8-41de-a63b-08c51bc51f30::" providerId="AD" clId="Web-{2B67FBB2-FFB9-97F2-5F02-3F6E2BB3A65C}" dt="2026-02-24T18:25:01.741" v="203" actId="20577"/>
        <pc:sldMkLst>
          <pc:docMk/>
          <pc:sldMk cId="3947990856" sldId="265"/>
        </pc:sldMkLst>
        <pc:spChg chg="mod">
          <ac:chgData name="Gastbenutzer" userId="S::urn:spo:tenantanon#5119c065-76e8-41de-a63b-08c51bc51f30::" providerId="AD" clId="Web-{2B67FBB2-FFB9-97F2-5F02-3F6E2BB3A65C}" dt="2026-02-24T18:18:59.054" v="102" actId="20577"/>
          <ac:spMkLst>
            <pc:docMk/>
            <pc:sldMk cId="3947990856" sldId="265"/>
            <ac:spMk id="2" creationId="{81DAD8C3-2566-4D90-AD24-EFC627332853}"/>
          </ac:spMkLst>
        </pc:spChg>
        <pc:spChg chg="del">
          <ac:chgData name="Gastbenutzer" userId="S::urn:spo:tenantanon#5119c065-76e8-41de-a63b-08c51bc51f30::" providerId="AD" clId="Web-{2B67FBB2-FFB9-97F2-5F02-3F6E2BB3A65C}" dt="2026-02-24T18:15:21.584" v="74"/>
          <ac:spMkLst>
            <pc:docMk/>
            <pc:sldMk cId="3947990856" sldId="265"/>
            <ac:spMk id="4" creationId="{51879EC6-4A54-4FA2-88D7-C02A68C695DE}"/>
          </ac:spMkLst>
        </pc:spChg>
        <pc:spChg chg="mod">
          <ac:chgData name="Gastbenutzer" userId="S::urn:spo:tenantanon#5119c065-76e8-41de-a63b-08c51bc51f30::" providerId="AD" clId="Web-{2B67FBB2-FFB9-97F2-5F02-3F6E2BB3A65C}" dt="2026-02-24T18:25:01.741" v="203" actId="20577"/>
          <ac:spMkLst>
            <pc:docMk/>
            <pc:sldMk cId="3947990856" sldId="265"/>
            <ac:spMk id="5" creationId="{C271A409-AA93-45C2-8DB6-19327FF0186C}"/>
          </ac:spMkLst>
        </pc:spChg>
        <pc:spChg chg="mod">
          <ac:chgData name="Gastbenutzer" userId="S::urn:spo:tenantanon#5119c065-76e8-41de-a63b-08c51bc51f30::" providerId="AD" clId="Web-{2B67FBB2-FFB9-97F2-5F02-3F6E2BB3A65C}" dt="2026-02-24T18:07:26.257" v="71" actId="20577"/>
          <ac:spMkLst>
            <pc:docMk/>
            <pc:sldMk cId="3947990856" sldId="265"/>
            <ac:spMk id="7" creationId="{B4F5A514-B395-401A-A47D-EB364E736137}"/>
          </ac:spMkLst>
        </pc:spChg>
      </pc:sldChg>
      <pc:sldChg chg="modSp">
        <pc:chgData name="Gastbenutzer" userId="S::urn:spo:tenantanon#5119c065-76e8-41de-a63b-08c51bc51f30::" providerId="AD" clId="Web-{2B67FBB2-FFB9-97F2-5F02-3F6E2BB3A65C}" dt="2026-02-24T17:58:48.538" v="56" actId="20577"/>
        <pc:sldMkLst>
          <pc:docMk/>
          <pc:sldMk cId="1153900531" sldId="274"/>
        </pc:sldMkLst>
        <pc:spChg chg="mod">
          <ac:chgData name="Gastbenutzer" userId="S::urn:spo:tenantanon#5119c065-76e8-41de-a63b-08c51bc51f30::" providerId="AD" clId="Web-{2B67FBB2-FFB9-97F2-5F02-3F6E2BB3A65C}" dt="2026-02-24T17:58:48.538" v="56" actId="20577"/>
          <ac:spMkLst>
            <pc:docMk/>
            <pc:sldMk cId="1153900531" sldId="274"/>
            <ac:spMk id="3" creationId="{5F9B5122-257A-CFE1-34D6-A968637A5FC4}"/>
          </ac:spMkLst>
        </pc:spChg>
        <pc:spChg chg="mod">
          <ac:chgData name="Gastbenutzer" userId="S::urn:spo:tenantanon#5119c065-76e8-41de-a63b-08c51bc51f30::" providerId="AD" clId="Web-{2B67FBB2-FFB9-97F2-5F02-3F6E2BB3A65C}" dt="2026-02-24T17:52:49.544" v="31" actId="20577"/>
          <ac:spMkLst>
            <pc:docMk/>
            <pc:sldMk cId="1153900531" sldId="274"/>
            <ac:spMk id="5" creationId="{F6772CBC-B1AF-6F59-362D-AD0749631B3D}"/>
          </ac:spMkLst>
        </pc:spChg>
      </pc:sldChg>
      <pc:sldChg chg="modSp">
        <pc:chgData name="Gastbenutzer" userId="S::urn:spo:tenantanon#5119c065-76e8-41de-a63b-08c51bc51f30::" providerId="AD" clId="Web-{2B67FBB2-FFB9-97F2-5F02-3F6E2BB3A65C}" dt="2026-02-24T17:58:23.473" v="55" actId="20577"/>
        <pc:sldMkLst>
          <pc:docMk/>
          <pc:sldMk cId="3365581346" sldId="277"/>
        </pc:sldMkLst>
        <pc:spChg chg="mod">
          <ac:chgData name="Gastbenutzer" userId="S::urn:spo:tenantanon#5119c065-76e8-41de-a63b-08c51bc51f30::" providerId="AD" clId="Web-{2B67FBB2-FFB9-97F2-5F02-3F6E2BB3A65C}" dt="2026-02-24T17:58:23.473" v="55" actId="20577"/>
          <ac:spMkLst>
            <pc:docMk/>
            <pc:sldMk cId="3365581346" sldId="277"/>
            <ac:spMk id="5" creationId="{0CC90B12-65E0-FB86-47E1-E789FB1FEAC3}"/>
          </ac:spMkLst>
        </pc:spChg>
      </pc:sldChg>
      <pc:sldChg chg="modSp">
        <pc:chgData name="Gastbenutzer" userId="S::urn:spo:tenantanon#5119c065-76e8-41de-a63b-08c51bc51f30::" providerId="AD" clId="Web-{2B67FBB2-FFB9-97F2-5F02-3F6E2BB3A65C}" dt="2026-02-24T18:26:10.481" v="227" actId="20577"/>
        <pc:sldMkLst>
          <pc:docMk/>
          <pc:sldMk cId="328108940" sldId="278"/>
        </pc:sldMkLst>
        <pc:spChg chg="mod">
          <ac:chgData name="Gastbenutzer" userId="S::urn:spo:tenantanon#5119c065-76e8-41de-a63b-08c51bc51f30::" providerId="AD" clId="Web-{2B67FBB2-FFB9-97F2-5F02-3F6E2BB3A65C}" dt="2026-02-24T17:58:55.086" v="57" actId="20577"/>
          <ac:spMkLst>
            <pc:docMk/>
            <pc:sldMk cId="328108940" sldId="278"/>
            <ac:spMk id="3" creationId="{2630B94C-8623-0962-62FA-6F09A618A3CB}"/>
          </ac:spMkLst>
        </pc:spChg>
        <pc:spChg chg="mod">
          <ac:chgData name="Gastbenutzer" userId="S::urn:spo:tenantanon#5119c065-76e8-41de-a63b-08c51bc51f30::" providerId="AD" clId="Web-{2B67FBB2-FFB9-97F2-5F02-3F6E2BB3A65C}" dt="2026-02-24T18:26:10.481" v="227" actId="20577"/>
          <ac:spMkLst>
            <pc:docMk/>
            <pc:sldMk cId="328108940" sldId="278"/>
            <ac:spMk id="5" creationId="{8443CE58-6627-2E75-7729-86F59BA13601}"/>
          </ac:spMkLst>
        </pc:spChg>
      </pc:sldChg>
      <pc:sldChg chg="modSp">
        <pc:chgData name="Gastbenutzer" userId="S::urn:spo:tenantanon#5119c065-76e8-41de-a63b-08c51bc51f30::" providerId="AD" clId="Web-{2B67FBB2-FFB9-97F2-5F02-3F6E2BB3A65C}" dt="2026-02-24T17:59:06.071" v="58" actId="20577"/>
        <pc:sldMkLst>
          <pc:docMk/>
          <pc:sldMk cId="1401254487" sldId="279"/>
        </pc:sldMkLst>
        <pc:spChg chg="mod">
          <ac:chgData name="Gastbenutzer" userId="S::urn:spo:tenantanon#5119c065-76e8-41de-a63b-08c51bc51f30::" providerId="AD" clId="Web-{2B67FBB2-FFB9-97F2-5F02-3F6E2BB3A65C}" dt="2026-02-24T17:59:06.071" v="58" actId="20577"/>
          <ac:spMkLst>
            <pc:docMk/>
            <pc:sldMk cId="1401254487" sldId="279"/>
            <ac:spMk id="3" creationId="{31363C35-2992-1A48-27D3-B954A740A256}"/>
          </ac:spMkLst>
        </pc:spChg>
        <pc:spChg chg="mod">
          <ac:chgData name="Gastbenutzer" userId="S::urn:spo:tenantanon#5119c065-76e8-41de-a63b-08c51bc51f30::" providerId="AD" clId="Web-{2B67FBB2-FFB9-97F2-5F02-3F6E2BB3A65C}" dt="2026-02-24T17:54:03.265" v="47" actId="20577"/>
          <ac:spMkLst>
            <pc:docMk/>
            <pc:sldMk cId="1401254487" sldId="279"/>
            <ac:spMk id="5" creationId="{148F28CC-7725-DF60-6DA9-3B64E304D7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30D2D-C9C0-0A43-9CDA-FD1C7392E3E9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D56D2-8CC5-134D-95EB-4AA507CEEB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13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88FFF8B-ED51-744E-8DF4-9622A28642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56" t="28058" r="7677" b="28323"/>
          <a:stretch/>
        </p:blipFill>
        <p:spPr>
          <a:xfrm>
            <a:off x="0" y="0"/>
            <a:ext cx="12192000" cy="342009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6B93E2-D082-9147-AAA9-478203422E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97248" y="5614499"/>
            <a:ext cx="2394752" cy="929164"/>
          </a:xfrm>
          <a:prstGeom prst="rect">
            <a:avLst/>
          </a:prstGeom>
        </p:spPr>
      </p:pic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60F7E426-9BFE-B841-8E63-CF10C88CC0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917" y="6339679"/>
            <a:ext cx="7250173" cy="1849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Thema der Präsentation | Name | Datum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5730F1C-C70B-6C4F-868B-5A625A2650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52923">
            <a:off x="7430924" y="2364304"/>
            <a:ext cx="2018889" cy="2024732"/>
          </a:xfrm>
          <a:prstGeom prst="ellipse">
            <a:avLst/>
          </a:prstGeom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ajor"/>
        </p:style>
        <p:txBody>
          <a:bodyPr lIns="36000" tIns="144000" rIns="0" bIns="36000"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Optional ein Störer mit Text zu dem Thema.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46731A96-8EDA-E842-AE3E-9978AAEF8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917" y="4331695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3600" b="1" i="1">
                <a:solidFill>
                  <a:schemeClr val="tx2"/>
                </a:solidFill>
              </a:defRPr>
            </a:lvl1pPr>
          </a:lstStyle>
          <a:p>
            <a:r>
              <a:rPr lang="de-DE"/>
              <a:t>Hier steht der Titel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69EDD2FA-DF5A-1248-93FE-DD382C81A0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917" y="4846538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Und hier der Untertitel</a:t>
            </a:r>
          </a:p>
        </p:txBody>
      </p:sp>
    </p:spTree>
    <p:extLst>
      <p:ext uri="{BB962C8B-B14F-4D97-AF65-F5344CB8AC3E}">
        <p14:creationId xmlns:p14="http://schemas.microsoft.com/office/powerpoint/2010/main" val="2219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ohne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88FFF8B-ED51-744E-8DF4-9622A28642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56" t="28058" r="7677" b="28323"/>
          <a:stretch/>
        </p:blipFill>
        <p:spPr>
          <a:xfrm>
            <a:off x="0" y="0"/>
            <a:ext cx="12192000" cy="342009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6B93E2-D082-9147-AAA9-478203422E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97248" y="5614499"/>
            <a:ext cx="2394752" cy="929164"/>
          </a:xfrm>
          <a:prstGeom prst="rect">
            <a:avLst/>
          </a:prstGeom>
        </p:spPr>
      </p:pic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32C229E-CFC6-4350-9327-522003B3CC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917" y="6339679"/>
            <a:ext cx="7250173" cy="1849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Thema der Präsentation | Name | Datum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5DD62B81-1A73-4122-8AD7-A72448ACA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917" y="4331695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3600" b="1" i="1">
                <a:solidFill>
                  <a:schemeClr val="tx2"/>
                </a:solidFill>
              </a:defRPr>
            </a:lvl1pPr>
          </a:lstStyle>
          <a:p>
            <a:r>
              <a:rPr lang="de-DE"/>
              <a:t>Hier steht der Titel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C95DF675-B4C8-45BD-BA97-CE0C8F0476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917" y="4846538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Und hier der Untertitel</a:t>
            </a:r>
          </a:p>
        </p:txBody>
      </p:sp>
    </p:spTree>
    <p:extLst>
      <p:ext uri="{BB962C8B-B14F-4D97-AF65-F5344CB8AC3E}">
        <p14:creationId xmlns:p14="http://schemas.microsoft.com/office/powerpoint/2010/main" val="2052261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Fokus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3815A0E-B306-7340-A5C3-043234B683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6B93E2-D082-9147-AAA9-478203422E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97248" y="5614499"/>
            <a:ext cx="2394752" cy="929164"/>
          </a:xfrm>
          <a:prstGeom prst="rect">
            <a:avLst/>
          </a:prstGeom>
        </p:spPr>
      </p:pic>
      <p:sp>
        <p:nvSpPr>
          <p:cNvPr id="7" name="Textplatzhalter 7">
            <a:extLst>
              <a:ext uri="{FF2B5EF4-FFF2-40B4-BE49-F238E27FC236}">
                <a16:creationId xmlns:a16="http://schemas.microsoft.com/office/drawing/2014/main" id="{B19F4576-4A35-4FD0-B298-96677A3FB5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917" y="6358729"/>
            <a:ext cx="7250173" cy="1849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Thema der Präsentation | Name | Datum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4E7118B-E20F-4053-A036-BE29FAA390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917" y="4331695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3600" b="1" i="1">
                <a:solidFill>
                  <a:schemeClr val="tx2"/>
                </a:solidFill>
              </a:defRPr>
            </a:lvl1pPr>
          </a:lstStyle>
          <a:p>
            <a:r>
              <a:rPr lang="de-DE"/>
              <a:t>Hier steht der Titel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C9BD5D-32EA-4724-AA80-9DED5DFF27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917" y="4846538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Und hier der Untertitel</a:t>
            </a:r>
          </a:p>
        </p:txBody>
      </p:sp>
    </p:spTree>
    <p:extLst>
      <p:ext uri="{BB962C8B-B14F-4D97-AF65-F5344CB8AC3E}">
        <p14:creationId xmlns:p14="http://schemas.microsoft.com/office/powerpoint/2010/main" val="2420720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B9AFAE9-3AA6-ED47-8416-9A8C4416F2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411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B999182-371D-BA4A-A2D5-B547351F5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97248" y="5614499"/>
            <a:ext cx="2394752" cy="929164"/>
          </a:xfrm>
          <a:prstGeom prst="rect">
            <a:avLst/>
          </a:prstGeom>
        </p:spPr>
      </p:pic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02C99D7-65BF-4586-A00E-BC048649D47D}"/>
              </a:ext>
            </a:extLst>
          </p:cNvPr>
          <p:cNvCxnSpPr>
            <a:cxnSpLocks/>
          </p:cNvCxnSpPr>
          <p:nvPr userDrawn="1"/>
        </p:nvCxnSpPr>
        <p:spPr>
          <a:xfrm>
            <a:off x="0" y="729762"/>
            <a:ext cx="839665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0DD2E7E-2DE8-49A6-8A34-248F2114932D}"/>
              </a:ext>
            </a:extLst>
          </p:cNvPr>
          <p:cNvCxnSpPr>
            <a:cxnSpLocks/>
          </p:cNvCxnSpPr>
          <p:nvPr userDrawn="1"/>
        </p:nvCxnSpPr>
        <p:spPr>
          <a:xfrm>
            <a:off x="8396654" y="697832"/>
            <a:ext cx="0" cy="4806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7C6C2283-29B0-4F33-AE35-3B5A7EF02B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917" y="6339679"/>
            <a:ext cx="7250173" cy="1849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Thema der Präsentation | Name | Datum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478DCDD0-3693-403A-96AD-55E172535B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917" y="4331695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3600" b="1" i="1">
                <a:solidFill>
                  <a:schemeClr val="tx2"/>
                </a:solidFill>
              </a:defRPr>
            </a:lvl1pPr>
          </a:lstStyle>
          <a:p>
            <a:r>
              <a:rPr lang="de-DE"/>
              <a:t>Hier steht der Titel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0115D0F2-BEFD-4174-8000-2A6C4FD747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917" y="4846538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Und hier der Untertitel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605D841-6F7D-489C-B0FF-DAF2A91D6ADB}"/>
              </a:ext>
            </a:extLst>
          </p:cNvPr>
          <p:cNvCxnSpPr>
            <a:cxnSpLocks/>
          </p:cNvCxnSpPr>
          <p:nvPr userDrawn="1"/>
        </p:nvCxnSpPr>
        <p:spPr>
          <a:xfrm>
            <a:off x="1828800" y="5462955"/>
            <a:ext cx="656785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825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a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D752C10-3DE1-A442-B6B9-3003175FEB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56" t="28058" r="7677" b="28323"/>
          <a:stretch/>
        </p:blipFill>
        <p:spPr>
          <a:xfrm>
            <a:off x="0" y="0"/>
            <a:ext cx="12192000" cy="3420094"/>
          </a:xfrm>
          <a:prstGeom prst="rect">
            <a:avLst/>
          </a:prstGeom>
        </p:spPr>
      </p:pic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B47FCFAF-83A5-4DD0-9ED1-AA4C8A4919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917" y="4331695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3600" b="1" i="1">
                <a:solidFill>
                  <a:schemeClr val="tx2"/>
                </a:solidFill>
              </a:defRPr>
            </a:lvl1pPr>
          </a:lstStyle>
          <a:p>
            <a:r>
              <a:rPr lang="de-DE"/>
              <a:t>Hier steht das nächste Kapitel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ED6582C-2B17-40CF-A0CB-19BE175BC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97248" y="333912"/>
            <a:ext cx="2394752" cy="929164"/>
          </a:xfrm>
          <a:prstGeom prst="rect">
            <a:avLst/>
          </a:prstGeom>
        </p:spPr>
      </p:pic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A3A68E7C-6E27-4ED0-B836-D31A9EDF63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917" y="4846538"/>
            <a:ext cx="7250173" cy="476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Und hier der Untertitel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EF81942-DAFD-4553-BF35-D14697C3C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42FE0EA9-83C9-4571-BCE3-F8D1C3808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9154" y="6338181"/>
            <a:ext cx="1326022" cy="365125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150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88FFF8B-ED51-744E-8DF4-9622A28642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56" t="28058" r="7677" b="28323"/>
          <a:stretch/>
        </p:blipFill>
        <p:spPr>
          <a:xfrm>
            <a:off x="0" y="0"/>
            <a:ext cx="12192000" cy="342009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6B93E2-D082-9147-AAA9-478203422E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97248" y="5614499"/>
            <a:ext cx="2394752" cy="929164"/>
          </a:xfrm>
          <a:prstGeom prst="rect">
            <a:avLst/>
          </a:prstGeom>
        </p:spPr>
      </p:pic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BF587E22-291E-0E45-A5CD-292399E38A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917" y="4341548"/>
            <a:ext cx="9040617" cy="5212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3600" b="1" i="1">
                <a:solidFill>
                  <a:schemeClr val="tx2"/>
                </a:solidFill>
              </a:defRPr>
            </a:lvl1pPr>
          </a:lstStyle>
          <a:p>
            <a:r>
              <a:rPr lang="de-DE"/>
              <a:t>Vielen Dank für Ihre Aufmerksamkeit!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46914BE9-DCB8-F747-8591-1070CC427E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917" y="5093270"/>
            <a:ext cx="9040617" cy="5212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/>
              <a:t>Name | Kontaktinformationen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60F7E426-9BFE-B841-8E63-CF10C88CC0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627" y="6339679"/>
            <a:ext cx="9085007" cy="1849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2"/>
                </a:solidFill>
              </a:defRPr>
            </a:lvl1pPr>
          </a:lstStyle>
          <a:p>
            <a:r>
              <a:rPr lang="de-DE"/>
              <a:t>Thema der Präsentation | Datum</a:t>
            </a:r>
          </a:p>
        </p:txBody>
      </p:sp>
    </p:spTree>
    <p:extLst>
      <p:ext uri="{BB962C8B-B14F-4D97-AF65-F5344CB8AC3E}">
        <p14:creationId xmlns:p14="http://schemas.microsoft.com/office/powerpoint/2010/main" val="307021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e/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9">
            <a:extLst>
              <a:ext uri="{FF2B5EF4-FFF2-40B4-BE49-F238E27FC236}">
                <a16:creationId xmlns:a16="http://schemas.microsoft.com/office/drawing/2014/main" id="{F4F1D500-EEDF-5D45-9F72-99CFAE09FF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517" y="742821"/>
            <a:ext cx="9783763" cy="2406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C19F89-57D8-C94C-9355-8CF08B330A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3517" y="2004646"/>
            <a:ext cx="11157438" cy="3182816"/>
          </a:xfrm>
          <a:prstGeom prst="rect">
            <a:avLst/>
          </a:prstGeom>
        </p:spPr>
        <p:txBody>
          <a:bodyPr lIns="0" tIns="36000"/>
          <a:lstStyle>
            <a:lvl1pPr marL="0" indent="0" algn="ctr">
              <a:lnSpc>
                <a:spcPct val="100000"/>
              </a:lnSpc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r>
              <a:rPr lang="de-DE"/>
              <a:t>Hier kann eine These, ein Zitat oder Ähnliches stehen.</a:t>
            </a:r>
          </a:p>
          <a:p>
            <a:endParaRPr lang="de-DE"/>
          </a:p>
          <a:p>
            <a:r>
              <a:rPr lang="de-DE"/>
              <a:t>„</a:t>
            </a:r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. </a:t>
            </a:r>
            <a:r>
              <a:rPr lang="de-DE" err="1"/>
              <a:t>Qui</a:t>
            </a:r>
            <a:r>
              <a:rPr lang="de-DE"/>
              <a:t> </a:t>
            </a:r>
            <a:r>
              <a:rPr lang="de-DE" err="1"/>
              <a:t>sunt</a:t>
            </a:r>
            <a:r>
              <a:rPr lang="de-DE"/>
              <a:t> et </a:t>
            </a:r>
            <a:r>
              <a:rPr lang="de-DE" err="1"/>
              <a:t>endipsum</a:t>
            </a:r>
            <a:r>
              <a:rPr lang="de-DE"/>
              <a:t> </a:t>
            </a:r>
            <a:r>
              <a:rPr lang="de-DE" err="1"/>
              <a:t>rae</a:t>
            </a:r>
            <a:r>
              <a:rPr lang="de-DE"/>
              <a:t> </a:t>
            </a:r>
            <a:r>
              <a:rPr lang="de-DE" err="1"/>
              <a:t>pratemo</a:t>
            </a:r>
            <a:r>
              <a:rPr lang="de-DE"/>
              <a:t> </a:t>
            </a:r>
            <a:r>
              <a:rPr lang="de-DE" err="1"/>
              <a:t>uptas</a:t>
            </a:r>
            <a:r>
              <a:rPr lang="de-DE"/>
              <a:t> </a:t>
            </a:r>
            <a:r>
              <a:rPr lang="de-DE" err="1"/>
              <a:t>dipsum</a:t>
            </a:r>
            <a:r>
              <a:rPr lang="de-DE"/>
              <a:t>.“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4F90252-D3A9-4F32-84E0-E600A7C24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F967CFFC-AE87-44FD-8C20-A7F372B3E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9154" y="6338181"/>
            <a:ext cx="1326022" cy="365125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2056F4E-484E-49F7-A71D-CA1FB7FEA6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1297C7A5-4B54-4635-BB86-59B91F9349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7469" y="5294171"/>
            <a:ext cx="4673486" cy="80679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85750" indent="-285750">
              <a:buFont typeface="Symbol" panose="05050102010706020507" pitchFamily="18" charset="2"/>
              <a:buChar char="-"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 b="1" i="1">
                <a:solidFill>
                  <a:schemeClr val="tx2"/>
                </a:solidFill>
              </a:rPr>
              <a:t>Max Mustermann (2021) </a:t>
            </a:r>
            <a:br>
              <a:rPr lang="de-DE" b="1" i="1">
                <a:solidFill>
                  <a:schemeClr val="tx2"/>
                </a:solidFill>
              </a:rPr>
            </a:br>
            <a:r>
              <a:rPr lang="de-DE" b="1" i="1">
                <a:solidFill>
                  <a:schemeClr val="tx2"/>
                </a:solidFill>
              </a:rPr>
              <a:t>(</a:t>
            </a:r>
            <a:r>
              <a:rPr lang="de-DE" b="1" i="1" err="1">
                <a:solidFill>
                  <a:schemeClr val="tx2"/>
                </a:solidFill>
              </a:rPr>
              <a:t>mgl</a:t>
            </a:r>
            <a:r>
              <a:rPr lang="de-DE" b="1" i="1">
                <a:solidFill>
                  <a:schemeClr val="tx2"/>
                </a:solidFill>
              </a:rPr>
              <a:t>. Platz zur Nennung des Autors/der Quelle)</a:t>
            </a:r>
          </a:p>
        </p:txBody>
      </p:sp>
    </p:spTree>
    <p:extLst>
      <p:ext uri="{BB962C8B-B14F-4D97-AF65-F5344CB8AC3E}">
        <p14:creationId xmlns:p14="http://schemas.microsoft.com/office/powerpoint/2010/main" val="242179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F33C14F2-7500-7E41-8F50-BA82B7E18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603" y="1374881"/>
            <a:ext cx="9810005" cy="4571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32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Hier steht der Titel der Folie</a:t>
            </a:r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4FE7671-3EC3-224F-B337-ABA54D728E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3691" y="2760954"/>
            <a:ext cx="11148032" cy="3222595"/>
          </a:xfrm>
          <a:prstGeom prst="rect">
            <a:avLst/>
          </a:prstGeom>
        </p:spPr>
        <p:txBody>
          <a:bodyPr lIns="0">
            <a:normAutofit/>
          </a:bodyPr>
          <a:lstStyle>
            <a:lvl1pPr marL="514350" indent="-514350">
              <a:buClr>
                <a:schemeClr val="tx2"/>
              </a:buClr>
              <a:buFont typeface="+mj-lt"/>
              <a:buAutoNum type="arabicPeriod"/>
              <a:defRPr sz="2400" b="1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7635061-B703-5D4F-A78E-26870CCFAD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3430" y="743424"/>
            <a:ext cx="9810178" cy="2474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E062F8C4-DEBC-48C2-A180-F1A6208F9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61CE3FF-77A5-45E8-B008-627C9924FA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88360D66-1006-4356-980A-28041A4EF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014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/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6EDF304B-3327-8C44-A4B7-1BCFF6F9F6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4813" y="2769832"/>
            <a:ext cx="5202406" cy="3195961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24" name="Diagrammplatzhalter 23">
            <a:extLst>
              <a:ext uri="{FF2B5EF4-FFF2-40B4-BE49-F238E27FC236}">
                <a16:creationId xmlns:a16="http://schemas.microsoft.com/office/drawing/2014/main" id="{A71B0928-53ED-164C-8F03-423FAF7A29FC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474781" y="2769832"/>
            <a:ext cx="5202406" cy="31959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6CB41462-1ECF-3446-99E1-B6E5DDE89C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517" y="742821"/>
            <a:ext cx="9801213" cy="2406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4E637541-5426-4AD9-BABE-273597567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44353C7D-6483-4338-8AEA-B8001C7AD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837CEFE-C114-453C-9289-7D496179F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F3EA48-B78C-422E-BD18-C82F830CBC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5989" y="6034404"/>
            <a:ext cx="521119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</p:spTree>
    <p:extLst>
      <p:ext uri="{BB962C8B-B14F-4D97-AF65-F5344CB8AC3E}">
        <p14:creationId xmlns:p14="http://schemas.microsoft.com/office/powerpoint/2010/main" val="2636666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/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60B66336-BF5E-8245-80B7-232CB0EF2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430" y="1391132"/>
            <a:ext cx="9807531" cy="4571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32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Hier steht der Titel der Folie</a:t>
            </a:r>
            <a:endParaRPr lang="de-DE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8F642210-2E21-6941-9934-1603D01B8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8208" y="2760955"/>
            <a:ext cx="5200361" cy="3200168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6" name="Diagrammplatzhalter 23">
            <a:extLst>
              <a:ext uri="{FF2B5EF4-FFF2-40B4-BE49-F238E27FC236}">
                <a16:creationId xmlns:a16="http://schemas.microsoft.com/office/drawing/2014/main" id="{9A6098AD-330D-9146-95E5-B514A33D1A1B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23430" y="2760955"/>
            <a:ext cx="5200361" cy="32001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04190856-CD1D-4B4F-A34F-AD3B332CD2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3431" y="743374"/>
            <a:ext cx="9807530" cy="26774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723D65E0-846B-4FC9-BFE1-D7C0A88E6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4364A709-2246-44B2-8DDB-390C3A94F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3CF07B8A-8182-432B-9929-32B0B122CB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2593" y="6034404"/>
            <a:ext cx="521119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BA624F1E-5E9F-4DBD-9471-BC4B310E3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402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5196B87F-BC24-C64A-8D28-271EA4F4B9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431" y="1384189"/>
            <a:ext cx="9798738" cy="4571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32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Hier steht der Titel der Folie</a:t>
            </a:r>
            <a:endParaRPr lang="de-DE"/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D67773A1-FF38-F34A-B0D5-E82EFE78F5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77001" y="2769833"/>
            <a:ext cx="5191567" cy="32047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5" name="Textplatzhalter 16">
            <a:extLst>
              <a:ext uri="{FF2B5EF4-FFF2-40B4-BE49-F238E27FC236}">
                <a16:creationId xmlns:a16="http://schemas.microsoft.com/office/drawing/2014/main" id="{3040423D-3398-EF4E-866B-C225459238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431" y="2769833"/>
            <a:ext cx="5191569" cy="3204784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7CF15E6-663E-A848-8D63-D271510438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431" y="748008"/>
            <a:ext cx="9798738" cy="24552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587BD7E-5D8F-498B-A4A3-8EF69C382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F5ACB15-E86B-4808-9840-CB0CB2AC11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52816DA9-A624-42F4-B35A-95055D6616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65989" y="6034404"/>
            <a:ext cx="521119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F013E61-374A-4B2D-B4D0-898DDB054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132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echts/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77CFBD75-255E-1A41-BB4D-9E1D224A2F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432" y="1476381"/>
            <a:ext cx="5185252" cy="70853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24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Kleine Headline, die über </a:t>
            </a:r>
            <a:br>
              <a:rPr lang="de-DE" b="1"/>
            </a:br>
            <a:r>
              <a:rPr lang="de-DE" b="1"/>
              <a:t>mehrere Zeilen läuft.</a:t>
            </a:r>
            <a:endParaRPr lang="de-DE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A9DF890E-DFC6-794A-AD1C-1B4030D1C3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430" y="2667768"/>
            <a:ext cx="5194043" cy="2060590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2D28491-8FC9-4F4C-B3B1-4D831002C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433" y="5102795"/>
            <a:ext cx="5202835" cy="860949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lnSpc>
                <a:spcPts val="2400"/>
              </a:lnSpc>
              <a:spcBef>
                <a:spcPts val="1400"/>
              </a:spcBef>
              <a:buNone/>
              <a:defRPr sz="1600"/>
            </a:lvl1pPr>
          </a:lstStyle>
          <a:p>
            <a:r>
              <a:rPr lang="de-DE"/>
              <a:t>Ein kleiner, hervorgehobener Textbereich, der über eine oder mehrere Zeilen läuft.</a:t>
            </a:r>
          </a:p>
        </p:txBody>
      </p:sp>
      <p:sp>
        <p:nvSpPr>
          <p:cNvPr id="18" name="Bildplatzhalter 21">
            <a:extLst>
              <a:ext uri="{FF2B5EF4-FFF2-40B4-BE49-F238E27FC236}">
                <a16:creationId xmlns:a16="http://schemas.microsoft.com/office/drawing/2014/main" id="{9AEE2DBB-40AF-714D-B115-DA1245EA99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83318" y="1476381"/>
            <a:ext cx="5194043" cy="4502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6F59BE16-8F3F-CF4E-B5DF-726ACCB5CE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431" y="746136"/>
            <a:ext cx="9798738" cy="2473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C87A343-07F9-415E-B370-C36C6D5FC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7DFE4FF2-162E-4C77-90BD-A8EF18F56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9154" y="6338181"/>
            <a:ext cx="1326022" cy="365125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C4CCAD25-A977-4F34-B15D-69B78E2AFA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F5C2DA42-16AD-4887-88CD-997CB3D84B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65989" y="6034404"/>
            <a:ext cx="521119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</p:spTree>
    <p:extLst>
      <p:ext uri="{BB962C8B-B14F-4D97-AF65-F5344CB8AC3E}">
        <p14:creationId xmlns:p14="http://schemas.microsoft.com/office/powerpoint/2010/main" val="2686508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/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1">
            <a:extLst>
              <a:ext uri="{FF2B5EF4-FFF2-40B4-BE49-F238E27FC236}">
                <a16:creationId xmlns:a16="http://schemas.microsoft.com/office/drawing/2014/main" id="{63B2AF04-555B-7344-9313-9898A01CCD3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4639" y="1995854"/>
            <a:ext cx="2543454" cy="3970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7" name="Bildplatzhalter 21">
            <a:extLst>
              <a:ext uri="{FF2B5EF4-FFF2-40B4-BE49-F238E27FC236}">
                <a16:creationId xmlns:a16="http://schemas.microsoft.com/office/drawing/2014/main" id="{14C8BC8E-C997-844E-B4C0-7AFD1361AB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78125" y="1995854"/>
            <a:ext cx="2543454" cy="39708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107D4587-2E1E-5C42-8E79-C85AE2A0F1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0422" y="2760785"/>
            <a:ext cx="5206939" cy="1881553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017CE37D-21D8-8D45-8FFB-30E32C307D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0424" y="4879731"/>
            <a:ext cx="5206938" cy="1078209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lnSpc>
                <a:spcPts val="2400"/>
              </a:lnSpc>
              <a:spcBef>
                <a:spcPts val="1400"/>
              </a:spcBef>
              <a:buNone/>
              <a:defRPr sz="1600"/>
            </a:lvl1pPr>
          </a:lstStyle>
          <a:p>
            <a:r>
              <a:rPr lang="de-DE"/>
              <a:t>Ein kleiner, hervorgehobener Textbereich, der über eine oder mehrere Zeilen läuft.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24E92FF4-E103-5C44-80F9-0FDB5F4E19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431" y="750592"/>
            <a:ext cx="9807531" cy="29569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1B21696B-627F-430D-A0CC-6E9930810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603FDA-2C0F-45C2-BF0B-DE210A4F40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26E8A2A2-4044-4F22-ABFE-8F63D2ECB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C6CE3C9D-8862-42A4-9C03-4778F89915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4072" y="6037609"/>
            <a:ext cx="2543454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2800BFA8-CA45-4043-A815-852D7AEE8C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78125" y="6038758"/>
            <a:ext cx="2543454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</p:spTree>
    <p:extLst>
      <p:ext uri="{BB962C8B-B14F-4D97-AF65-F5344CB8AC3E}">
        <p14:creationId xmlns:p14="http://schemas.microsoft.com/office/powerpoint/2010/main" val="3750180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/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5499D8D5-7940-9243-A4FB-6E66ACF6F9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80668" y="1995854"/>
            <a:ext cx="5190969" cy="113420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16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Kleiner Einleitungstext </a:t>
            </a:r>
            <a:endParaRPr lang="de-DE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B90BBC81-6BED-B44D-BA5A-149B7D359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598" y="3429000"/>
            <a:ext cx="5190969" cy="2532186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349BE05-3A72-8045-8C57-02C7C6EF7C2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3432" y="1995854"/>
            <a:ext cx="5190969" cy="3965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2E881B9-9E77-CA42-A935-D8A3CF8352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431" y="744685"/>
            <a:ext cx="9798738" cy="28401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82B7BB8C-95D1-4B8C-B013-F6B62EB48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F823B7CD-CF02-4A33-91B6-D8C46BBAC4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23C6408C-BB3C-41C9-B59A-DC61839570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362" y="6034404"/>
            <a:ext cx="5190969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9AC2E0B9-52BB-4DE7-91FE-6706C38A4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816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0D978528-6A6D-ED4A-AAF6-77DF85D627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597" y="4123592"/>
            <a:ext cx="5199763" cy="1837592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C3ABC3CE-9C0E-7340-85EB-AD55A2C74A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7598" y="2769576"/>
            <a:ext cx="5199763" cy="114372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16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Kleiner Einleitungstext 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781AF8B-F25D-C74E-9233-093F874311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431" y="2769575"/>
            <a:ext cx="5199763" cy="31916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600"/>
              </a:spcBef>
              <a:buNone/>
              <a:defRPr sz="1600"/>
            </a:lvl1pPr>
          </a:lstStyle>
          <a:p>
            <a:r>
              <a:rPr lang="de-DE"/>
              <a:t>Textbereich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27393F9-CE04-864D-9E49-4C39E1A729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3431" y="744687"/>
            <a:ext cx="9807531" cy="2840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44FA04F-E055-464D-A23B-DF4D173634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C1C22A6E-52BB-4C1F-B9BE-DE91B69E4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BE5676D0-C11A-4655-885D-6D9E2EBEB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83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406BCB8-41B8-EC4F-8B7E-804317A1F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639" y="642170"/>
            <a:ext cx="5800913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9963F4C2-B1EA-7247-9D81-1D35413B57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290918"/>
            <a:ext cx="12192000" cy="40065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6C784ED6-23B7-B543-85B2-276A6BEB54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599242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09177F0-451E-4A52-BCB6-3904225888C5}"/>
              </a:ext>
            </a:extLst>
          </p:cNvPr>
          <p:cNvSpPr txBox="1">
            <a:spLocks/>
          </p:cNvSpPr>
          <p:nvPr userDrawn="1"/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r" defTabSz="914400" rtl="0" eaLnBrk="1" latinLnBrk="0" hangingPunct="1"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AF3311C-1A34-4243-AA7F-BA6C89C32430}"/>
              </a:ext>
            </a:extLst>
          </p:cNvPr>
          <p:cNvSpPr txBox="1">
            <a:spLocks/>
          </p:cNvSpPr>
          <p:nvPr userDrawn="1"/>
        </p:nvSpPr>
        <p:spPr>
          <a:xfrm>
            <a:off x="529154" y="6338181"/>
            <a:ext cx="1326022" cy="365125"/>
          </a:xfrm>
          <a:prstGeom prst="rect">
            <a:avLst/>
          </a:prstGeom>
        </p:spPr>
        <p:txBody>
          <a:bodyPr lIns="0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290FE3-1E38-4C48-907E-9E2C25AEE580}" type="datetime1">
              <a:rPr lang="de-DE" smtClean="0"/>
              <a:pPr/>
              <a:t>25.02.2026</a:t>
            </a:fld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1C761CC-23A6-4D70-9544-CA087B049F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154" y="6034404"/>
            <a:ext cx="11148033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</p:spTree>
    <p:extLst>
      <p:ext uri="{BB962C8B-B14F-4D97-AF65-F5344CB8AC3E}">
        <p14:creationId xmlns:p14="http://schemas.microsoft.com/office/powerpoint/2010/main" val="1322886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406BCB8-41B8-EC4F-8B7E-804317A1F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639" y="642170"/>
            <a:ext cx="5800913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9963F4C2-B1EA-7247-9D81-1D35413B57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290918"/>
            <a:ext cx="12192000" cy="40065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69EF2B0F-8C07-4646-A2D8-CAA8500C07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639" y="5569054"/>
            <a:ext cx="10565737" cy="70853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16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Bildbeschreibung</a:t>
            </a:r>
            <a:endParaRPr lang="de-DE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6C784ED6-23B7-B543-85B2-276A6BEB54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09177F0-451E-4A52-BCB6-3904225888C5}"/>
              </a:ext>
            </a:extLst>
          </p:cNvPr>
          <p:cNvSpPr txBox="1">
            <a:spLocks/>
          </p:cNvSpPr>
          <p:nvPr userDrawn="1"/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r" defTabSz="914400" rtl="0" eaLnBrk="1" latinLnBrk="0" hangingPunct="1"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058AAD8-A9D1-4743-B844-9EBDC5D110A7}"/>
              </a:ext>
            </a:extLst>
          </p:cNvPr>
          <p:cNvSpPr/>
          <p:nvPr userDrawn="1"/>
        </p:nvSpPr>
        <p:spPr>
          <a:xfrm>
            <a:off x="6315552" y="6251197"/>
            <a:ext cx="5876448" cy="33443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CA698717-44DB-4D98-A9EF-7C745D804A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19765" y="6294688"/>
            <a:ext cx="5343080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</p:spTree>
    <p:extLst>
      <p:ext uri="{BB962C8B-B14F-4D97-AF65-F5344CB8AC3E}">
        <p14:creationId xmlns:p14="http://schemas.microsoft.com/office/powerpoint/2010/main" val="31187622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links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10221449-7C55-4C4F-B8BF-3124EC06F8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800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F7FC2FD7-CAD9-3643-88AD-2C84AA7779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8023" y="1467073"/>
            <a:ext cx="5184822" cy="70853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24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Kleine Headline, die über mehrere Zeilen läuft.</a:t>
            </a:r>
            <a:endParaRPr lang="de-DE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D915C759-68AE-E949-AEDC-6C2AB05F62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8023" y="2769577"/>
            <a:ext cx="5184822" cy="3209192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03A68195-E784-BC47-B421-ECF634C7A9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98189" y="753364"/>
            <a:ext cx="3826542" cy="5275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4354CCB-5558-48A3-A531-E1A04B771376}"/>
              </a:ext>
            </a:extLst>
          </p:cNvPr>
          <p:cNvSpPr txBox="1">
            <a:spLocks/>
          </p:cNvSpPr>
          <p:nvPr userDrawn="1"/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r" defTabSz="914400" rtl="0" eaLnBrk="1" latinLnBrk="0" hangingPunct="1"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9188442-3CFC-4F42-A29E-37545B4DC9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9F9CF163-BF63-40B7-B09C-29D86C548A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65989" y="6034404"/>
            <a:ext cx="521119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439E0374-1FFB-4905-8DBF-46F960F66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4867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228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Vollbild rech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6AF5427D-36F2-5744-AB49-99C89FECA55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82576" y="0"/>
            <a:ext cx="5709424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B78C1FF4-5A6D-A548-AF54-E87B682A1D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0276" y="1469492"/>
            <a:ext cx="5189149" cy="70853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24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Kleine Headline, die über mehrere Zeilen läuft.</a:t>
            </a:r>
            <a:endParaRPr lang="de-DE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BAB9DD2-8C2C-9140-B574-E59A229331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518" y="741839"/>
            <a:ext cx="5185907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A7D8DEC5-E0DA-4EC5-8B57-E7C228AB5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4269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A050D4E7-1304-45CD-9E0D-D4D4CC466C5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431" y="2769577"/>
            <a:ext cx="5191569" cy="3213832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FD89772C-877E-41FE-A68A-14C47E4E49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3431" y="6034404"/>
            <a:ext cx="5185994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08769E91-2BE7-462C-B1ED-126025576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3518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42767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e/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044CE882-CE30-3B40-860C-E829BA82C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25" name="Textplatzhalter 9">
            <a:extLst>
              <a:ext uri="{FF2B5EF4-FFF2-40B4-BE49-F238E27FC236}">
                <a16:creationId xmlns:a16="http://schemas.microsoft.com/office/drawing/2014/main" id="{F4F1D500-EEDF-5D45-9F72-99CFAE09FF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517" y="742821"/>
            <a:ext cx="9783763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BA26D613-D48B-455A-85EC-686254BCC3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3517" y="2004646"/>
            <a:ext cx="11157438" cy="3182816"/>
          </a:xfrm>
          <a:prstGeom prst="rect">
            <a:avLst/>
          </a:prstGeom>
        </p:spPr>
        <p:txBody>
          <a:bodyPr lIns="0" tIns="36000"/>
          <a:lstStyle>
            <a:lvl1pPr marL="0" indent="0" algn="ctr">
              <a:lnSpc>
                <a:spcPct val="100000"/>
              </a:lnSpc>
              <a:buNone/>
              <a:defRPr sz="3200" b="1" i="1">
                <a:solidFill>
                  <a:schemeClr val="tx2"/>
                </a:solidFill>
              </a:defRPr>
            </a:lvl1pPr>
          </a:lstStyle>
          <a:p>
            <a:r>
              <a:rPr lang="de-DE"/>
              <a:t>Hier kann eine These, ein Zitat oder Ähnliches stehen.</a:t>
            </a:r>
          </a:p>
          <a:p>
            <a:endParaRPr lang="de-DE"/>
          </a:p>
          <a:p>
            <a:r>
              <a:rPr lang="de-DE"/>
              <a:t>„</a:t>
            </a:r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. </a:t>
            </a:r>
            <a:r>
              <a:rPr lang="de-DE" err="1"/>
              <a:t>Qui</a:t>
            </a:r>
            <a:r>
              <a:rPr lang="de-DE"/>
              <a:t> </a:t>
            </a:r>
            <a:r>
              <a:rPr lang="de-DE" err="1"/>
              <a:t>sunt</a:t>
            </a:r>
            <a:r>
              <a:rPr lang="de-DE"/>
              <a:t> et </a:t>
            </a:r>
            <a:r>
              <a:rPr lang="de-DE" err="1"/>
              <a:t>endipsum</a:t>
            </a:r>
            <a:r>
              <a:rPr lang="de-DE"/>
              <a:t> </a:t>
            </a:r>
            <a:r>
              <a:rPr lang="de-DE" err="1"/>
              <a:t>rae</a:t>
            </a:r>
            <a:r>
              <a:rPr lang="de-DE"/>
              <a:t> </a:t>
            </a:r>
            <a:r>
              <a:rPr lang="de-DE" err="1"/>
              <a:t>pratemo</a:t>
            </a:r>
            <a:r>
              <a:rPr lang="de-DE"/>
              <a:t> </a:t>
            </a:r>
            <a:r>
              <a:rPr lang="de-DE" err="1"/>
              <a:t>uptas</a:t>
            </a:r>
            <a:r>
              <a:rPr lang="de-DE"/>
              <a:t> </a:t>
            </a:r>
            <a:r>
              <a:rPr lang="de-DE" err="1"/>
              <a:t>dipsum</a:t>
            </a:r>
            <a:r>
              <a:rPr lang="de-DE"/>
              <a:t>.“</a:t>
            </a: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2DF06919-89E5-4472-B2E8-DB4B29FEC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47A5D4AE-A541-4B5B-A537-E5542D8331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7469" y="5294171"/>
            <a:ext cx="4673486" cy="80679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85750" indent="-285750">
              <a:buFont typeface="Symbol" panose="05050102010706020507" pitchFamily="18" charset="2"/>
              <a:buChar char="-"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de-DE" b="1" i="1">
                <a:solidFill>
                  <a:schemeClr val="tx2"/>
                </a:solidFill>
              </a:rPr>
              <a:t>Max Mustermann (2021) </a:t>
            </a:r>
            <a:br>
              <a:rPr lang="de-DE" b="1" i="1">
                <a:solidFill>
                  <a:schemeClr val="tx2"/>
                </a:solidFill>
              </a:rPr>
            </a:br>
            <a:r>
              <a:rPr lang="de-DE" b="1" i="1">
                <a:solidFill>
                  <a:schemeClr val="tx2"/>
                </a:solidFill>
              </a:rPr>
              <a:t>(</a:t>
            </a:r>
            <a:r>
              <a:rPr lang="de-DE" b="1" i="1" err="1">
                <a:solidFill>
                  <a:schemeClr val="tx2"/>
                </a:solidFill>
              </a:rPr>
              <a:t>mgl</a:t>
            </a:r>
            <a:r>
              <a:rPr lang="de-DE" b="1" i="1">
                <a:solidFill>
                  <a:schemeClr val="tx2"/>
                </a:solidFill>
              </a:rPr>
              <a:t>. Platz zur Nennung des Autors/der Quelle)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A30A4E1D-A8BD-4AE6-AF96-B3326E0BB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182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2F82C07-6DE1-F344-86D9-DAA22A3D2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4FE7671-3EC3-224F-B337-ABA54D728E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3605" y="2769576"/>
            <a:ext cx="11148032" cy="3200401"/>
          </a:xfrm>
          <a:prstGeom prst="rect">
            <a:avLst/>
          </a:prstGeom>
        </p:spPr>
        <p:txBody>
          <a:bodyPr lIns="0">
            <a:normAutofit/>
          </a:bodyPr>
          <a:lstStyle>
            <a:lvl1pPr marL="514350" indent="-514350">
              <a:buClr>
                <a:schemeClr val="tx2"/>
              </a:buClr>
              <a:buFont typeface="+mj-lt"/>
              <a:buAutoNum type="arabicPeriod"/>
              <a:defRPr sz="2400" b="1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F16C3CFB-FE69-6545-885C-4165788BAD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431" y="743423"/>
            <a:ext cx="9807531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9634BD4E-680A-4E19-B1E1-D3FB71928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DF92031C-BE38-408A-BC20-82554C4685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430" y="1393992"/>
            <a:ext cx="9807531" cy="4571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32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Hier steht der Titel der Folie</a:t>
            </a:r>
            <a:endParaRPr lang="de-DE"/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770B8977-8240-4ECD-BA8D-859263BB1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3605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501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/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3403BD62-9AAE-7F46-879F-7A8ED05EB5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0C6FB35F-B078-8044-961B-2F650A3166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431" y="735956"/>
            <a:ext cx="9798738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1" name="Diagrammplatzhalter 23">
            <a:extLst>
              <a:ext uri="{FF2B5EF4-FFF2-40B4-BE49-F238E27FC236}">
                <a16:creationId xmlns:a16="http://schemas.microsoft.com/office/drawing/2014/main" id="{65E1444D-1AF9-410A-A6A0-43D97620A93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474781" y="2760784"/>
            <a:ext cx="5202406" cy="32050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D9D3537-02D5-4654-90A3-19C3E08CC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B82E7D4A-CA30-4937-BD9C-853E1C7562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430" y="1393992"/>
            <a:ext cx="9807531" cy="4571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32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Hier steht der Titel der Folie</a:t>
            </a:r>
            <a:endParaRPr lang="de-DE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EC58EF76-B80E-4328-BC2C-06220031A7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3431" y="2769577"/>
            <a:ext cx="5191569" cy="3213832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249B3CF1-443C-4564-8FB7-6CB211E852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5989" y="6034404"/>
            <a:ext cx="521119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1BB9A16A-52DB-4754-8079-3F75B5D19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4009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/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FE5202F2-04B3-4D49-9FC6-7B2C5C7515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431" y="735956"/>
            <a:ext cx="9798738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C80EF50-F692-4A18-A8DB-11CA78A7FB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8208" y="2769577"/>
            <a:ext cx="5200361" cy="3191546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1" name="Diagrammplatzhalter 23">
            <a:extLst>
              <a:ext uri="{FF2B5EF4-FFF2-40B4-BE49-F238E27FC236}">
                <a16:creationId xmlns:a16="http://schemas.microsoft.com/office/drawing/2014/main" id="{109F0AB7-B6BB-4B76-806A-FE5D8277C29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23430" y="2769577"/>
            <a:ext cx="5200361" cy="31915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6B052AD5-DE99-45E5-9909-A2E90CE96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430" y="1393992"/>
            <a:ext cx="9807531" cy="4571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32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Hier steht der Titel der Folie</a:t>
            </a:r>
            <a:endParaRPr lang="de-DE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59934B73-FF01-4B60-A2C1-32487D0C0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ED832D7-2504-48DA-96D8-785298C31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2593" y="6025526"/>
            <a:ext cx="521119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D5A087BE-3CB2-4E62-944B-F8DDBDAA0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3605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873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1">
            <a:extLst>
              <a:ext uri="{FF2B5EF4-FFF2-40B4-BE49-F238E27FC236}">
                <a16:creationId xmlns:a16="http://schemas.microsoft.com/office/drawing/2014/main" id="{8BD933A8-00C1-461E-B40C-B2657A3418A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77001" y="2769577"/>
            <a:ext cx="5191567" cy="3213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AC7A2453-FC4C-48C1-ACD7-7C7C75BDBA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431" y="2769577"/>
            <a:ext cx="5191569" cy="3213832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140A60AA-7D17-47FA-BBF7-F186C9E20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7" name="Textplatzhalter 9">
            <a:extLst>
              <a:ext uri="{FF2B5EF4-FFF2-40B4-BE49-F238E27FC236}">
                <a16:creationId xmlns:a16="http://schemas.microsoft.com/office/drawing/2014/main" id="{8CA294A7-7DE0-4ECE-A217-123C53471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431" y="735956"/>
            <a:ext cx="9798738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D991E86B-72BC-44BE-80CA-11C8D70B7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430" y="1393992"/>
            <a:ext cx="9807531" cy="4571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32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Hier steht der Titel der Folie</a:t>
            </a:r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61D707CD-5090-48D8-ACF5-CD705D029D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65989" y="6034404"/>
            <a:ext cx="521119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57129B52-74EC-4F1A-82FD-C3C784FCD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3605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1030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echts/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D6404973-A7E5-49FB-B90B-0CD3B5B75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A668B703-F1E1-4043-A8AB-94970A2DFD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432" y="1476381"/>
            <a:ext cx="5185252" cy="70853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24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Kleine Headline, die über </a:t>
            </a:r>
            <a:br>
              <a:rPr lang="de-DE" b="1"/>
            </a:br>
            <a:r>
              <a:rPr lang="de-DE" b="1"/>
              <a:t>mehrere Zeilen läuft.</a:t>
            </a:r>
            <a:endParaRPr lang="de-DE"/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173BCB30-13A3-48A7-9DDD-B29831849B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433" y="5102795"/>
            <a:ext cx="5202835" cy="860949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lnSpc>
                <a:spcPts val="2400"/>
              </a:lnSpc>
              <a:spcBef>
                <a:spcPts val="1400"/>
              </a:spcBef>
              <a:buNone/>
              <a:defRPr sz="1600"/>
            </a:lvl1pPr>
          </a:lstStyle>
          <a:p>
            <a:r>
              <a:rPr lang="de-DE"/>
              <a:t>Ein kleiner, hervorgehobener Textbereich, der über eine oder mehrere Zeilen läuft.</a:t>
            </a:r>
          </a:p>
        </p:txBody>
      </p:sp>
      <p:sp>
        <p:nvSpPr>
          <p:cNvPr id="20" name="Bildplatzhalter 21">
            <a:extLst>
              <a:ext uri="{FF2B5EF4-FFF2-40B4-BE49-F238E27FC236}">
                <a16:creationId xmlns:a16="http://schemas.microsoft.com/office/drawing/2014/main" id="{A2E33AB7-28B1-4C81-B4B1-D6E8C11D16B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83318" y="1476381"/>
            <a:ext cx="5194043" cy="4502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B32B2AC3-7E06-4E86-A51E-DF610CECF7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431" y="735956"/>
            <a:ext cx="9798738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D639AFEE-448B-489D-8E04-C2CD547B71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431" y="2769577"/>
            <a:ext cx="5191569" cy="3213832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9CBE364-39B1-4D75-A202-B7F7A3E905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65989" y="6034404"/>
            <a:ext cx="521119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4E3647C9-4BE6-4DF4-B3B0-9B716E101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3605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0272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/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695CB49-51CE-4BE6-B298-88CC2DAA4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Bildplatzhalter 21">
            <a:extLst>
              <a:ext uri="{FF2B5EF4-FFF2-40B4-BE49-F238E27FC236}">
                <a16:creationId xmlns:a16="http://schemas.microsoft.com/office/drawing/2014/main" id="{CECEAB8F-527A-401C-ABA3-FAB64A6BE3F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4639" y="1995854"/>
            <a:ext cx="2543454" cy="3970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5" name="Bildplatzhalter 21">
            <a:extLst>
              <a:ext uri="{FF2B5EF4-FFF2-40B4-BE49-F238E27FC236}">
                <a16:creationId xmlns:a16="http://schemas.microsoft.com/office/drawing/2014/main" id="{BCBA297D-F116-480E-BBDB-F42A46CAEE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78125" y="1995854"/>
            <a:ext cx="2543454" cy="39708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B8A6F78A-EBD6-4F9E-9DCB-260CC7D392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0422" y="2760785"/>
            <a:ext cx="5206939" cy="1881553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AA7977F0-A4BE-4586-87C7-F42FA7B132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0424" y="4879731"/>
            <a:ext cx="5206938" cy="1078209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lnSpc>
                <a:spcPts val="2400"/>
              </a:lnSpc>
              <a:spcBef>
                <a:spcPts val="1400"/>
              </a:spcBef>
              <a:buNone/>
              <a:defRPr sz="1600"/>
            </a:lvl1pPr>
          </a:lstStyle>
          <a:p>
            <a:r>
              <a:rPr lang="de-DE"/>
              <a:t>Ein kleiner, hervorgehobener Textbereich, der über eine oder mehrere Zeilen läuft.</a:t>
            </a:r>
          </a:p>
        </p:txBody>
      </p:sp>
      <p:sp>
        <p:nvSpPr>
          <p:cNvPr id="25" name="Textplatzhalter 9">
            <a:extLst>
              <a:ext uri="{FF2B5EF4-FFF2-40B4-BE49-F238E27FC236}">
                <a16:creationId xmlns:a16="http://schemas.microsoft.com/office/drawing/2014/main" id="{96BE332B-1F22-4CA8-BE95-7B0FAE61E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431" y="735956"/>
            <a:ext cx="9798738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F867608-C468-4051-BBB1-39C22B1C2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3605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175333-247B-425C-8F60-BE1518FECE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4072" y="6037609"/>
            <a:ext cx="2543454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D3756B65-4B85-4FD1-8D3C-3839CCD228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78125" y="6038758"/>
            <a:ext cx="2543454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</p:spTree>
    <p:extLst>
      <p:ext uri="{BB962C8B-B14F-4D97-AF65-F5344CB8AC3E}">
        <p14:creationId xmlns:p14="http://schemas.microsoft.com/office/powerpoint/2010/main" val="40831604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0D978528-6A6D-ED4A-AAF6-77DF85D627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823" y="3907278"/>
            <a:ext cx="5185022" cy="2053905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C3ABC3CE-9C0E-7340-85EB-AD55A2C74A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7600" y="3038039"/>
            <a:ext cx="5199762" cy="70853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16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Kleiner Einleitungstext 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781AF8B-F25D-C74E-9233-093F874311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4638" y="2769577"/>
            <a:ext cx="5199539" cy="32355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600"/>
              </a:spcBef>
              <a:buNone/>
              <a:defRPr sz="1600"/>
            </a:lvl1pPr>
          </a:lstStyle>
          <a:p>
            <a:r>
              <a:rPr lang="de-DE"/>
              <a:t>Textbereich</a:t>
            </a:r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27B93628-5CF3-4A22-9955-B96BD1AE2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D84D960-B3FB-47E0-863D-B650E7F367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431" y="735956"/>
            <a:ext cx="9798738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7A516F84-AF18-47B3-A7D3-67F8845E5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3605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121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9963F4C2-B1EA-7247-9D81-1D35413B57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3431" y="1491449"/>
            <a:ext cx="11159584" cy="3806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69EF2B0F-8C07-4646-A2D8-CAA8500C07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297" y="5366552"/>
            <a:ext cx="11162548" cy="60565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16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Bildbeschreibung</a:t>
            </a:r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F456F27E-B3C5-42D1-ADE7-4D1500C1D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431" y="735956"/>
            <a:ext cx="9798738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AE28275E-9F01-46AB-B419-EC3470E98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41F0D4F-7EE0-4B20-8360-4BE8604890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639" y="6034404"/>
            <a:ext cx="11162548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A335CA81-98AC-4B53-8EBF-2E304176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3605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05524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links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F34096C-70FB-458B-AEB6-16939A2E9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2ABBF87-C11A-4DC9-A2FB-288658D4B2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8023" y="735956"/>
            <a:ext cx="3844146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5" name="Bildplatzhalter 21">
            <a:extLst>
              <a:ext uri="{FF2B5EF4-FFF2-40B4-BE49-F238E27FC236}">
                <a16:creationId xmlns:a16="http://schemas.microsoft.com/office/drawing/2014/main" id="{18A936F6-6A00-41C9-9C1E-B1710ABB38F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467072"/>
            <a:ext cx="6096000" cy="539092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7B2B8F8B-EA89-4AB7-AAA2-05987ECFD0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8023" y="1467073"/>
            <a:ext cx="5184822" cy="70853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24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Kleine Headline, die über mehrere Zeilen läuft.</a:t>
            </a:r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48D2F5B-7214-40AA-846E-DC0F0EBA5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8023" y="2769577"/>
            <a:ext cx="5184822" cy="3209192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7148FDA-ADBC-40FB-9225-2504B4364A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65989" y="6034404"/>
            <a:ext cx="5184822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922CFD8-CBFF-4424-9AAF-EEAE9E189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802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95848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Voll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2218377-B16C-4ADE-9254-11AE7F7B17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431" y="735956"/>
            <a:ext cx="9798738" cy="35700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de-DE"/>
              <a:t>Überschrift/Thema/Kapitel</a:t>
            </a:r>
          </a:p>
        </p:txBody>
      </p:sp>
      <p:sp>
        <p:nvSpPr>
          <p:cNvPr id="15" name="Bildplatzhalter 21">
            <a:extLst>
              <a:ext uri="{FF2B5EF4-FFF2-40B4-BE49-F238E27FC236}">
                <a16:creationId xmlns:a16="http://schemas.microsoft.com/office/drawing/2014/main" id="{5062BE4E-EFB8-4E09-8BF8-F6A351C5E27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82576" y="1469492"/>
            <a:ext cx="5709424" cy="538850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52A041DA-1614-4AED-8C45-8166F744F6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0276" y="1469492"/>
            <a:ext cx="5189149" cy="70853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2400" b="1" smtClean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/>
              <a:t>Kleine Headline, die über mehrere Zeilen läuft.</a:t>
            </a:r>
            <a:endParaRPr lang="de-DE"/>
          </a:p>
        </p:txBody>
      </p:sp>
      <p:sp>
        <p:nvSpPr>
          <p:cNvPr id="19" name="Foliennummernplatzhalter 5">
            <a:extLst>
              <a:ext uri="{FF2B5EF4-FFF2-40B4-BE49-F238E27FC236}">
                <a16:creationId xmlns:a16="http://schemas.microsoft.com/office/drawing/2014/main" id="{3AB106B3-4AE8-4E3C-AA5A-475711E29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4269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8C36D524-CAD5-4671-8A80-68C200CE10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431" y="2769577"/>
            <a:ext cx="5191569" cy="3213832"/>
          </a:xfrm>
          <a:prstGeom prst="rect">
            <a:avLst/>
          </a:prstGeom>
        </p:spPr>
        <p:txBody>
          <a:bodyPr lIns="0">
            <a:normAutofit/>
          </a:bodyPr>
          <a:lstStyle>
            <a:lvl1pPr marL="321750" indent="-285750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120000"/>
              <a:buFont typeface="Wingdings" pitchFamily="2" charset="2"/>
              <a:buChar char="§"/>
              <a:defRPr sz="1600" b="0"/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FAB2470-AC9A-41E0-9801-3B29CCA6E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7855" y="6034404"/>
            <a:ext cx="5191569" cy="24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Quelle: Abbild X, Prometheus Archiv (Beispiel)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D72D043A-FC61-4F9C-AC95-866611FB5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3605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50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61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7" r:id="rId2"/>
    <p:sldLayoutId id="2147483683" r:id="rId3"/>
    <p:sldLayoutId id="2147483668" r:id="rId4"/>
    <p:sldLayoutId id="2147483662" r:id="rId5"/>
    <p:sldLayoutId id="2147483669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nplatzhalter 5">
            <a:extLst>
              <a:ext uri="{FF2B5EF4-FFF2-40B4-BE49-F238E27FC236}">
                <a16:creationId xmlns:a16="http://schemas.microsoft.com/office/drawing/2014/main" id="{90415D1A-64C7-4714-BF9B-88FB96EEC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3045A0-A5E9-49F3-9414-443F38FDC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4813" y="6338181"/>
            <a:ext cx="1047657" cy="247451"/>
          </a:xfrm>
          <a:prstGeom prst="rect">
            <a:avLst/>
          </a:prstGeom>
        </p:spPr>
        <p:txBody>
          <a:bodyPr l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280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8" r:id="rId11"/>
    <p:sldLayoutId id="2147483695" r:id="rId12"/>
    <p:sldLayoutId id="2147483696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7AA3CD42-A164-4245-8172-04C188B1CD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15431" t="24724" r="10393" b="55293"/>
          <a:stretch/>
        </p:blipFill>
        <p:spPr>
          <a:xfrm>
            <a:off x="3719744" y="0"/>
            <a:ext cx="8472256" cy="1283793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72CAD6F-5183-0140-8567-01F04533F9DB}"/>
              </a:ext>
            </a:extLst>
          </p:cNvPr>
          <p:cNvSpPr/>
          <p:nvPr userDrawn="1"/>
        </p:nvSpPr>
        <p:spPr>
          <a:xfrm>
            <a:off x="0" y="0"/>
            <a:ext cx="8538437" cy="1283793"/>
          </a:xfrm>
          <a:prstGeom prst="rect">
            <a:avLst/>
          </a:prstGeom>
          <a:gradFill>
            <a:gsLst>
              <a:gs pos="0">
                <a:schemeClr val="tx2"/>
              </a:gs>
              <a:gs pos="32000">
                <a:schemeClr val="tx2"/>
              </a:gs>
              <a:gs pos="61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5E2F793-CE50-0542-A539-516B182C0AB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93062" y="324284"/>
            <a:ext cx="1698938" cy="65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3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9" r:id="rId8"/>
    <p:sldLayoutId id="2147483680" r:id="rId9"/>
    <p:sldLayoutId id="2147483681" r:id="rId10"/>
    <p:sldLayoutId id="2147483682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6C87F86-5EB2-4B9D-8B3C-78EA94AE5A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lIns="0" tIns="0" rIns="0" bIns="0" anchor="t"/>
          <a:lstStyle/>
          <a:p>
            <a:r>
              <a:rPr lang="de-DE">
                <a:ea typeface="+mn-lt"/>
                <a:cs typeface="+mn-lt"/>
              </a:rPr>
              <a:t>Arturo Olivares, Lisa Pawlowski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292FA1-644E-44AC-BCA6-4F6BCEFC5E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7917" y="3772102"/>
            <a:ext cx="10476765" cy="1072282"/>
          </a:xfrm>
        </p:spPr>
        <p:txBody>
          <a:bodyPr lIns="0" tIns="0" rIns="0" bIns="0" anchor="t"/>
          <a:lstStyle/>
          <a:p>
            <a:r>
              <a:rPr lang="de-DE" b="0" i="0">
                <a:ea typeface="+mn-lt"/>
                <a:cs typeface="+mn-lt"/>
              </a:rPr>
              <a:t>Monitoring and Understanding Notebook-</a:t>
            </a:r>
            <a:r>
              <a:rPr lang="de-DE" b="0" i="0" err="1">
                <a:ea typeface="+mn-lt"/>
                <a:cs typeface="+mn-lt"/>
              </a:rPr>
              <a:t>Based</a:t>
            </a:r>
            <a:r>
              <a:rPr lang="de-DE" b="0" i="0">
                <a:ea typeface="+mn-lt"/>
                <a:cs typeface="+mn-lt"/>
              </a:rPr>
              <a:t> Learning </a:t>
            </a:r>
            <a:r>
              <a:rPr lang="de-DE" b="0" i="0" err="1">
                <a:ea typeface="+mn-lt"/>
                <a:cs typeface="+mn-lt"/>
              </a:rPr>
              <a:t>with</a:t>
            </a:r>
            <a:r>
              <a:rPr lang="de-DE" b="0" i="0">
                <a:ea typeface="+mn-lt"/>
                <a:cs typeface="+mn-lt"/>
              </a:rPr>
              <a:t> </a:t>
            </a:r>
            <a:r>
              <a:rPr lang="de-DE" b="0" i="0" err="1">
                <a:ea typeface="+mn-lt"/>
                <a:cs typeface="+mn-lt"/>
              </a:rPr>
              <a:t>Jupyter</a:t>
            </a:r>
            <a:endParaRPr lang="en-US" err="1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2A779F-DA5E-4F4A-BA82-02F1D8C341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de-DE">
                <a:ea typeface="+mn-lt"/>
                <a:cs typeface="+mn-lt"/>
              </a:rPr>
              <a:t>A Dashboard </a:t>
            </a:r>
            <a:r>
              <a:rPr lang="de-DE" err="1">
                <a:ea typeface="+mn-lt"/>
                <a:cs typeface="+mn-lt"/>
              </a:rPr>
              <a:t>for</a:t>
            </a:r>
            <a:r>
              <a:rPr lang="de-DE">
                <a:ea typeface="+mn-lt"/>
                <a:cs typeface="+mn-lt"/>
              </a:rPr>
              <a:t> Student Self-Assessment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925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1DAD8C3-2566-4D90-AD24-EFC627332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1898" y="1947252"/>
            <a:ext cx="5187857" cy="3798819"/>
          </a:xfrm>
        </p:spPr>
        <p:txBody>
          <a:bodyPr lIns="0" tIns="45720" rIns="91440" bIns="4572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1800" err="1">
                <a:solidFill>
                  <a:srgbClr val="000000"/>
                </a:solidFill>
                <a:ea typeface="+mn-lt"/>
                <a:cs typeface="+mn-lt"/>
              </a:rPr>
              <a:t>Current</a:t>
            </a:r>
            <a:r>
              <a:rPr lang="de-DE" sz="1800">
                <a:solidFill>
                  <a:srgbClr val="000000"/>
                </a:solidFill>
                <a:ea typeface="+mn-lt"/>
                <a:cs typeface="+mn-lt"/>
              </a:rPr>
              <a:t> Dashboard </a:t>
            </a:r>
            <a:r>
              <a:rPr lang="de-DE" sz="1800" err="1">
                <a:solidFill>
                  <a:srgbClr val="000000"/>
                </a:solidFill>
                <a:ea typeface="+mn-lt"/>
                <a:cs typeface="+mn-lt"/>
              </a:rPr>
              <a:t>Visualizations</a:t>
            </a:r>
            <a:r>
              <a:rPr lang="de-DE" sz="180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Existing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systems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range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from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high-level LMS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metrics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advanced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coordinated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Jupyter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extensions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for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instructors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. These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include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:</a:t>
            </a:r>
            <a:endParaRPr lang="en-US">
              <a:cs typeface="Arial" panose="020B0604020202020204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de-DE" sz="1800">
                <a:solidFill>
                  <a:srgbClr val="000000"/>
                </a:solidFill>
                <a:ea typeface="+mn-lt"/>
                <a:cs typeface="+mn-lt"/>
              </a:rPr>
              <a:t>Real-time </a:t>
            </a:r>
            <a:r>
              <a:rPr lang="de-DE" sz="1800" err="1">
                <a:solidFill>
                  <a:srgbClr val="000000"/>
                </a:solidFill>
                <a:ea typeface="+mn-lt"/>
                <a:cs typeface="+mn-lt"/>
              </a:rPr>
              <a:t>classroom</a:t>
            </a:r>
            <a:r>
              <a:rPr lang="de-DE" sz="1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err="1">
                <a:solidFill>
                  <a:srgbClr val="000000"/>
                </a:solidFill>
                <a:ea typeface="+mn-lt"/>
                <a:cs typeface="+mn-lt"/>
              </a:rPr>
              <a:t>monitoring</a:t>
            </a:r>
            <a:r>
              <a:rPr lang="de-DE" sz="180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Activity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heatmaps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student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locations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, and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aggregate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performance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charts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(bar/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bubble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charts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for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executions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and time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spent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).</a:t>
            </a:r>
            <a:endParaRPr lang="de-DE">
              <a:cs typeface="Arial" panose="020B0604020202020204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de-DE" sz="1800" err="1">
                <a:solidFill>
                  <a:srgbClr val="000000"/>
                </a:solidFill>
                <a:ea typeface="+mn-lt"/>
                <a:cs typeface="+mn-lt"/>
              </a:rPr>
              <a:t>Instructor</a:t>
            </a:r>
            <a:r>
              <a:rPr lang="de-DE" sz="1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err="1">
                <a:solidFill>
                  <a:srgbClr val="000000"/>
                </a:solidFill>
                <a:ea typeface="+mn-lt"/>
                <a:cs typeface="+mn-lt"/>
              </a:rPr>
              <a:t>deep-dives</a:t>
            </a:r>
            <a:r>
              <a:rPr lang="de-DE" sz="180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Cell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-level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visibility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with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execution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logs and time-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slider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playback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features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for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teachers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review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classroom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DE" sz="1800" b="0" err="1">
                <a:solidFill>
                  <a:srgbClr val="000000"/>
                </a:solidFill>
                <a:ea typeface="+mn-lt"/>
                <a:cs typeface="+mn-lt"/>
              </a:rPr>
              <a:t>activity</a:t>
            </a:r>
            <a:r>
              <a:rPr lang="de-DE" sz="1800" b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de-DE">
              <a:cs typeface="Arial" panose="020B0604020202020204"/>
            </a:endParaRPr>
          </a:p>
          <a:p>
            <a:endParaRPr lang="de-DE" sz="1800" b="0">
              <a:solidFill>
                <a:srgbClr val="000000"/>
              </a:solidFill>
              <a:ea typeface="+mn-lt"/>
              <a:cs typeface="+mn-lt"/>
            </a:endParaRPr>
          </a:p>
          <a:p>
            <a:endParaRPr lang="de-DE" sz="1800" b="0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71A409-AA93-45C2-8DB6-19327FF018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3431" y="1947251"/>
            <a:ext cx="5733163" cy="4395727"/>
          </a:xfrm>
        </p:spPr>
        <p:txBody>
          <a:bodyPr lIns="0" tIns="0" rIns="0" bIns="0" anchor="t">
            <a:normAutofit/>
          </a:bodyPr>
          <a:lstStyle/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de-DE" sz="1800" b="1">
                <a:ea typeface="+mn-lt"/>
                <a:cs typeface="+mn-lt"/>
              </a:rPr>
              <a:t>The Problem: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Jupyter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notebooks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are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central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programming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education</a:t>
            </a:r>
            <a:r>
              <a:rPr lang="de-DE" sz="1800">
                <a:ea typeface="+mn-lt"/>
                <a:cs typeface="+mn-lt"/>
              </a:rPr>
              <a:t> </a:t>
            </a:r>
          </a:p>
          <a:p>
            <a:pPr marL="971550" lvl="1">
              <a:lnSpc>
                <a:spcPct val="100000"/>
              </a:lnSpc>
              <a:buFont typeface="Courier New"/>
              <a:buChar char="o"/>
            </a:pPr>
            <a:r>
              <a:rPr lang="de-DE" sz="1800" err="1">
                <a:ea typeface="+mn-lt"/>
                <a:cs typeface="+mn-lt"/>
              </a:rPr>
              <a:t>Instructors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only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see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final code </a:t>
            </a:r>
            <a:r>
              <a:rPr lang="de-DE" sz="1800" err="1">
                <a:ea typeface="+mn-lt"/>
                <a:cs typeface="+mn-lt"/>
              </a:rPr>
              <a:t>submissions</a:t>
            </a:r>
            <a:endParaRPr lang="de-DE" sz="1800">
              <a:ea typeface="+mn-lt"/>
              <a:cs typeface="+mn-lt"/>
            </a:endParaRPr>
          </a:p>
          <a:p>
            <a:pPr marL="971550" lvl="1">
              <a:lnSpc>
                <a:spcPct val="100000"/>
              </a:lnSpc>
              <a:buFont typeface="Courier New"/>
              <a:buChar char="o"/>
            </a:pPr>
            <a:r>
              <a:rPr lang="de-DE" sz="1800">
                <a:ea typeface="+mn-lt"/>
                <a:cs typeface="+mn-lt"/>
              </a:rPr>
              <a:t>This </a:t>
            </a:r>
            <a:r>
              <a:rPr lang="de-DE" sz="1800" err="1">
                <a:ea typeface="+mn-lt"/>
                <a:cs typeface="+mn-lt"/>
              </a:rPr>
              <a:t>hides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students</a:t>
            </a:r>
            <a:r>
              <a:rPr lang="de-DE" sz="1800">
                <a:ea typeface="+mn-lt"/>
                <a:cs typeface="+mn-lt"/>
              </a:rPr>
              <a:t>' </a:t>
            </a:r>
            <a:r>
              <a:rPr lang="de-DE" sz="1800" err="1">
                <a:ea typeface="+mn-lt"/>
                <a:cs typeface="+mn-lt"/>
              </a:rPr>
              <a:t>actual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learning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process</a:t>
            </a:r>
            <a:endParaRPr lang="de-DE" sz="1800" err="1">
              <a:cs typeface="Arial" panose="020B0604020202020204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de-DE" sz="1800"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800" b="1">
                <a:ea typeface="+mn-lt"/>
                <a:cs typeface="+mn-lt"/>
              </a:rPr>
              <a:t>The Research Gap: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learning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dashboards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primarily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rely</a:t>
            </a:r>
            <a:r>
              <a:rPr lang="de-DE" sz="1800">
                <a:ea typeface="+mn-lt"/>
                <a:cs typeface="+mn-lt"/>
              </a:rPr>
              <a:t> on high-level LMS </a:t>
            </a:r>
            <a:r>
              <a:rPr lang="de-DE" sz="1800" err="1">
                <a:ea typeface="+mn-lt"/>
                <a:cs typeface="+mn-lt"/>
              </a:rPr>
              <a:t>metrics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or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focus</a:t>
            </a:r>
            <a:r>
              <a:rPr lang="de-DE" sz="1800">
                <a:ea typeface="+mn-lt"/>
                <a:cs typeface="+mn-lt"/>
              </a:rPr>
              <a:t> on </a:t>
            </a:r>
            <a:r>
              <a:rPr lang="de-DE" sz="1800" err="1">
                <a:ea typeface="+mn-lt"/>
                <a:cs typeface="+mn-lt"/>
              </a:rPr>
              <a:t>instructor-facing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analytics</a:t>
            </a:r>
            <a:endParaRPr lang="de-DE" sz="1800">
              <a:ea typeface="+mn-lt"/>
              <a:cs typeface="+mn-lt"/>
            </a:endParaRPr>
          </a:p>
          <a:p>
            <a:pPr marL="97155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de-DE" sz="1800">
                <a:ea typeface="+mn-lt"/>
                <a:cs typeface="+mn-lt"/>
              </a:rPr>
              <a:t>A </a:t>
            </a:r>
            <a:r>
              <a:rPr lang="de-DE" sz="1800" err="1">
                <a:ea typeface="+mn-lt"/>
                <a:cs typeface="+mn-lt"/>
              </a:rPr>
              <a:t>scarcity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fine-grained</a:t>
            </a:r>
            <a:r>
              <a:rPr lang="de-DE" sz="1800">
                <a:ea typeface="+mn-lt"/>
                <a:cs typeface="+mn-lt"/>
              </a:rPr>
              <a:t>, </a:t>
            </a:r>
            <a:r>
              <a:rPr lang="de-DE" sz="1800" err="1">
                <a:ea typeface="+mn-lt"/>
                <a:cs typeface="+mn-lt"/>
              </a:rPr>
              <a:t>student-centered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tools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that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visualize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cell</a:t>
            </a:r>
            <a:r>
              <a:rPr lang="de-DE" sz="1800">
                <a:ea typeface="+mn-lt"/>
                <a:cs typeface="+mn-lt"/>
              </a:rPr>
              <a:t>-level </a:t>
            </a:r>
            <a:r>
              <a:rPr lang="de-DE" sz="1800" err="1">
                <a:ea typeface="+mn-lt"/>
                <a:cs typeface="+mn-lt"/>
              </a:rPr>
              <a:t>interactions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without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increasing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cognitive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burden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 panose="020B0604020202020204"/>
            </a:endParaRPr>
          </a:p>
          <a:p>
            <a:endParaRPr lang="de-DE" sz="1800">
              <a:cs typeface="Arial" panose="020B0604020202020204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4F5A514-B395-401A-A47D-EB364E7361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3431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 err="1">
                <a:cs typeface="Arial"/>
              </a:rPr>
              <a:t>Introduction</a:t>
            </a:r>
            <a:r>
              <a:rPr lang="de-DE" sz="2800">
                <a:cs typeface="Arial"/>
              </a:rPr>
              <a:t> &amp; </a:t>
            </a:r>
            <a:r>
              <a:rPr lang="de-DE" sz="2800" err="1">
                <a:cs typeface="Arial"/>
              </a:rPr>
              <a:t>Related</a:t>
            </a:r>
            <a:r>
              <a:rPr lang="de-DE" sz="2800">
                <a:cs typeface="Arial"/>
              </a:rPr>
              <a:t> Work</a:t>
            </a: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A3D014E7-FE38-4AF8-B0C9-D1FE54AF445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8A6786-2A30-4D07-8E66-B5FF74E80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99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B54C-F438-6A8E-CA83-862A4A9B0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B20F54-7079-D4E7-FDDF-9BE8BA4DD9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91831" y="2198075"/>
            <a:ext cx="8793863" cy="931009"/>
          </a:xfrm>
        </p:spPr>
        <p:txBody>
          <a:bodyPr lIns="0" tIns="0" rIns="0" bIns="0" anchor="t">
            <a:normAutofit/>
          </a:bodyPr>
          <a:lstStyle/>
          <a:p>
            <a:r>
              <a:rPr lang="de-DE" sz="1800" b="1">
                <a:solidFill>
                  <a:schemeClr val="tx2"/>
                </a:solidFill>
                <a:ea typeface="+mn-lt"/>
                <a:cs typeface="+mn-lt"/>
              </a:rPr>
              <a:t>RQ1:</a:t>
            </a:r>
            <a:r>
              <a:rPr lang="de-DE" sz="1800">
                <a:ea typeface="+mn-lt"/>
                <a:cs typeface="+mn-lt"/>
              </a:rPr>
              <a:t> How do </a:t>
            </a:r>
            <a:r>
              <a:rPr lang="de-DE" sz="1800" err="1">
                <a:ea typeface="+mn-lt"/>
                <a:cs typeface="+mn-lt"/>
              </a:rPr>
              <a:t>students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evaluate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usability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learner-facing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dashboard</a:t>
            </a:r>
            <a:r>
              <a:rPr lang="de-DE" sz="1800">
                <a:ea typeface="+mn-lt"/>
                <a:cs typeface="+mn-lt"/>
              </a:rPr>
              <a:t>?</a:t>
            </a:r>
            <a:endParaRPr lang="es-ES"/>
          </a:p>
          <a:p>
            <a:endParaRPr lang="de-DE" sz="1800">
              <a:cs typeface="Arial"/>
            </a:endParaRPr>
          </a:p>
          <a:p>
            <a:r>
              <a:rPr lang="de-DE" sz="1800" b="1">
                <a:solidFill>
                  <a:schemeClr val="tx2"/>
                </a:solidFill>
                <a:ea typeface="+mn-lt"/>
                <a:cs typeface="+mn-lt"/>
              </a:rPr>
              <a:t>RQ2:</a:t>
            </a:r>
            <a:r>
              <a:rPr lang="de-DE" sz="1800">
                <a:ea typeface="+mn-lt"/>
                <a:cs typeface="+mn-lt"/>
              </a:rPr>
              <a:t> How do </a:t>
            </a:r>
            <a:r>
              <a:rPr lang="de-DE" sz="1800" err="1">
                <a:ea typeface="+mn-lt"/>
                <a:cs typeface="+mn-lt"/>
              </a:rPr>
              <a:t>students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perceive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usefulness</a:t>
            </a:r>
            <a:r>
              <a:rPr lang="de-DE" sz="1800">
                <a:ea typeface="+mn-lt"/>
                <a:cs typeface="+mn-lt"/>
              </a:rPr>
              <a:t> and </a:t>
            </a:r>
            <a:r>
              <a:rPr lang="de-DE" sz="1800" err="1">
                <a:ea typeface="+mn-lt"/>
                <a:cs typeface="+mn-lt"/>
              </a:rPr>
              <a:t>ease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use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dashboard</a:t>
            </a:r>
            <a:r>
              <a:rPr lang="de-DE" sz="1800">
                <a:ea typeface="+mn-lt"/>
                <a:cs typeface="+mn-lt"/>
              </a:rPr>
              <a:t>?</a:t>
            </a:r>
            <a:endParaRPr lang="de-DE">
              <a:ea typeface="+mn-lt"/>
              <a:cs typeface="+mn-lt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37B899C-C090-3B88-EE94-43E41D4704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3431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 err="1">
                <a:cs typeface="Arial"/>
              </a:rPr>
              <a:t>Methodology</a:t>
            </a:r>
            <a:r>
              <a:rPr lang="de-DE" sz="2800">
                <a:cs typeface="Arial"/>
              </a:rPr>
              <a:t>. Research Design</a:t>
            </a: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F822273-A2F9-81EB-3C44-1CFF736F312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5B8B21-3923-013E-AAF2-6D1017CAE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78F252E8-67E5-C345-F5B0-38DD8FEFE480}"/>
              </a:ext>
            </a:extLst>
          </p:cNvPr>
          <p:cNvSpPr txBox="1">
            <a:spLocks/>
          </p:cNvSpPr>
          <p:nvPr/>
        </p:nvSpPr>
        <p:spPr>
          <a:xfrm>
            <a:off x="1691831" y="3722075"/>
            <a:ext cx="8793863" cy="230260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sz="1800" b="1" err="1">
                <a:solidFill>
                  <a:schemeClr val="tx2"/>
                </a:solidFill>
                <a:ea typeface="+mn-lt"/>
                <a:cs typeface="+mn-lt"/>
              </a:rPr>
              <a:t>Process</a:t>
            </a:r>
            <a:endParaRPr lang="de-DE" sz="1800" b="1">
              <a:solidFill>
                <a:schemeClr val="tx2"/>
              </a:solidFill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1800" err="1">
                <a:ea typeface="+mn-lt"/>
                <a:cs typeface="+mn-lt"/>
              </a:rPr>
              <a:t>Testing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Jupyter</a:t>
            </a:r>
            <a:r>
              <a:rPr lang="de-DE" sz="1800">
                <a:ea typeface="+mn-lt"/>
                <a:cs typeface="+mn-lt"/>
              </a:rPr>
              <a:t> Dashboard</a:t>
            </a:r>
            <a:endParaRPr lang="de-DE"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1800" err="1">
                <a:cs typeface="Arial" panose="020B0604020202020204"/>
              </a:rPr>
              <a:t>Responding</a:t>
            </a:r>
            <a:r>
              <a:rPr lang="de-DE" sz="1800">
                <a:cs typeface="Arial" panose="020B0604020202020204"/>
              </a:rPr>
              <a:t> </a:t>
            </a:r>
            <a:r>
              <a:rPr lang="de-DE" sz="1800" err="1">
                <a:cs typeface="Arial" panose="020B0604020202020204"/>
              </a:rPr>
              <a:t>the</a:t>
            </a:r>
            <a:r>
              <a:rPr lang="de-DE" sz="1800">
                <a:cs typeface="Arial" panose="020B0604020202020204"/>
              </a:rPr>
              <a:t> Survey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1800">
                <a:cs typeface="Arial" panose="020B0604020202020204"/>
              </a:rPr>
              <a:t>Analysis </a:t>
            </a:r>
            <a:r>
              <a:rPr lang="de-DE" sz="1800" err="1">
                <a:cs typeface="Arial" panose="020B0604020202020204"/>
              </a:rPr>
              <a:t>using</a:t>
            </a:r>
            <a:r>
              <a:rPr lang="de-DE" sz="1800">
                <a:cs typeface="Arial" panose="020B0604020202020204"/>
              </a:rPr>
              <a:t> </a:t>
            </a:r>
            <a:r>
              <a:rPr lang="de-DE" sz="1800">
                <a:ea typeface="+mn-lt"/>
                <a:cs typeface="+mn-lt"/>
              </a:rPr>
              <a:t>IBM SPSS </a:t>
            </a:r>
            <a:r>
              <a:rPr lang="de-DE" sz="1800" err="1">
                <a:ea typeface="+mn-lt"/>
                <a:cs typeface="+mn-lt"/>
              </a:rPr>
              <a:t>Statistics</a:t>
            </a:r>
            <a:endParaRPr lang="de-DE" sz="1800" err="1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125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F33DD-530A-DF6F-DC3F-CEC14E190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DB3D537-84FC-7BAD-1FD3-F122FC6EBC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1098" y="19313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r>
              <a:rPr lang="de-DE" sz="1800">
                <a:cs typeface="Arial"/>
              </a:rPr>
              <a:t>Data Storage (SQLite)</a:t>
            </a:r>
            <a:endParaRPr lang="de-DE" sz="1800" b="0">
              <a:solidFill>
                <a:srgbClr val="000000"/>
              </a:solidFill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505CC8-FA5C-CAA5-A040-64F8845BF3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63231" y="2464775"/>
            <a:ext cx="10190863" cy="3064609"/>
          </a:xfrm>
        </p:spPr>
        <p:txBody>
          <a:bodyPr lIns="0" tIns="0" rIns="0" bIns="0" anchor="t">
            <a:norm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de-DE" sz="1800" u="sng">
                <a:cs typeface="Arial"/>
              </a:rPr>
              <a:t>Users</a:t>
            </a:r>
            <a:r>
              <a:rPr lang="de-DE" sz="1800">
                <a:cs typeface="Arial"/>
              </a:rPr>
              <a:t>: personal code, </a:t>
            </a:r>
            <a:r>
              <a:rPr lang="de-DE" sz="1800" err="1">
                <a:cs typeface="Arial"/>
              </a:rPr>
              <a:t>role</a:t>
            </a:r>
            <a:endParaRPr lang="de-DE" sz="1800">
              <a:cs typeface="Arial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de-DE" sz="1800" u="sng">
                <a:cs typeface="Arial"/>
              </a:rPr>
              <a:t>Notebooks</a:t>
            </a:r>
            <a:r>
              <a:rPr lang="de-DE" sz="1800">
                <a:cs typeface="Arial"/>
              </a:rPr>
              <a:t>: title, </a:t>
            </a:r>
            <a:r>
              <a:rPr lang="de-DE" sz="1800" err="1">
                <a:cs typeface="Arial"/>
              </a:rPr>
              <a:t>path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author</a:t>
            </a:r>
            <a:endParaRPr lang="de-DE" sz="1800">
              <a:cs typeface="Arial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de-DE" sz="1800" u="sng">
                <a:cs typeface="Arial"/>
              </a:rPr>
              <a:t>Notebook Sessions</a:t>
            </a:r>
            <a:r>
              <a:rPr lang="de-DE" sz="1800">
                <a:cs typeface="Arial"/>
              </a:rPr>
              <a:t>: </a:t>
            </a:r>
            <a:r>
              <a:rPr lang="de-DE" sz="1800" err="1">
                <a:cs typeface="Arial"/>
              </a:rPr>
              <a:t>notebook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user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timestamps</a:t>
            </a:r>
            <a:endParaRPr lang="de-DE" sz="1800">
              <a:cs typeface="Arial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de-DE" sz="1800" u="sng">
                <a:cs typeface="Arial"/>
              </a:rPr>
              <a:t>Cells</a:t>
            </a:r>
            <a:r>
              <a:rPr lang="de-DE" sz="1800">
                <a:cs typeface="Arial"/>
              </a:rPr>
              <a:t>: </a:t>
            </a:r>
            <a:r>
              <a:rPr lang="de-DE" sz="1800" err="1">
                <a:cs typeface="Arial"/>
              </a:rPr>
              <a:t>notebook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cell</a:t>
            </a:r>
            <a:r>
              <a:rPr lang="de-DE" sz="1800">
                <a:cs typeface="Arial"/>
              </a:rPr>
              <a:t> type, initial </a:t>
            </a:r>
            <a:r>
              <a:rPr lang="de-DE" sz="1800" err="1">
                <a:cs typeface="Arial"/>
              </a:rPr>
              <a:t>content</a:t>
            </a:r>
            <a:r>
              <a:rPr lang="de-DE" sz="1800">
                <a:cs typeface="Arial"/>
              </a:rPr>
              <a:t> and </a:t>
            </a:r>
            <a:r>
              <a:rPr lang="de-DE" sz="1800" err="1">
                <a:cs typeface="Arial"/>
              </a:rPr>
              <a:t>Jupyter</a:t>
            </a:r>
            <a:r>
              <a:rPr lang="de-DE" sz="1800">
                <a:cs typeface="Arial"/>
              </a:rPr>
              <a:t> ID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de-DE" sz="1800" u="sng" err="1">
                <a:cs typeface="Arial"/>
              </a:rPr>
              <a:t>Active</a:t>
            </a:r>
            <a:r>
              <a:rPr lang="de-DE" sz="1800" u="sng">
                <a:cs typeface="Arial"/>
              </a:rPr>
              <a:t> Cells</a:t>
            </a:r>
            <a:r>
              <a:rPr lang="de-DE" sz="1800">
                <a:cs typeface="Arial"/>
              </a:rPr>
              <a:t>: </a:t>
            </a:r>
            <a:r>
              <a:rPr lang="de-DE" sz="1800" err="1">
                <a:cs typeface="Arial"/>
              </a:rPr>
              <a:t>cell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session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timestamps</a:t>
            </a:r>
            <a:endParaRPr lang="de-DE" sz="1800">
              <a:cs typeface="Arial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de-DE" sz="1800" u="sng" err="1">
                <a:cs typeface="Arial"/>
              </a:rPr>
              <a:t>Cell</a:t>
            </a:r>
            <a:r>
              <a:rPr lang="de-DE" sz="1800" u="sng">
                <a:cs typeface="Arial"/>
              </a:rPr>
              <a:t> </a:t>
            </a:r>
            <a:r>
              <a:rPr lang="de-DE" sz="1800" u="sng" err="1">
                <a:cs typeface="Arial"/>
              </a:rPr>
              <a:t>Executions</a:t>
            </a:r>
            <a:r>
              <a:rPr lang="de-DE" sz="1800">
                <a:cs typeface="Arial"/>
              </a:rPr>
              <a:t>: </a:t>
            </a:r>
            <a:r>
              <a:rPr lang="de-DE" sz="1800" err="1">
                <a:cs typeface="Arial"/>
              </a:rPr>
              <a:t>cell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session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content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timestamps</a:t>
            </a:r>
            <a:r>
              <a:rPr lang="de-DE" sz="1800">
                <a:cs typeface="Arial"/>
              </a:rPr>
              <a:t>, </a:t>
            </a:r>
            <a:r>
              <a:rPr lang="de-DE" sz="1800" err="1">
                <a:cs typeface="Arial"/>
              </a:rPr>
              <a:t>number</a:t>
            </a:r>
            <a:r>
              <a:rPr lang="de-DE" sz="1800">
                <a:cs typeface="Arial"/>
              </a:rPr>
              <a:t> </a:t>
            </a:r>
            <a:r>
              <a:rPr lang="de-DE" sz="1800" err="1">
                <a:cs typeface="Arial"/>
              </a:rPr>
              <a:t>of</a:t>
            </a:r>
            <a:r>
              <a:rPr lang="de-DE" sz="1800">
                <a:cs typeface="Arial"/>
              </a:rPr>
              <a:t> </a:t>
            </a:r>
            <a:r>
              <a:rPr lang="de-DE" sz="1800" err="1">
                <a:cs typeface="Arial"/>
              </a:rPr>
              <a:t>errors</a:t>
            </a:r>
            <a:r>
              <a:rPr lang="de-DE" sz="1800">
                <a:cs typeface="Arial"/>
              </a:rPr>
              <a:t> and </a:t>
            </a:r>
            <a:r>
              <a:rPr lang="de-DE" sz="1800" err="1">
                <a:cs typeface="Arial"/>
              </a:rPr>
              <a:t>error</a:t>
            </a:r>
            <a:r>
              <a:rPr lang="de-DE" sz="1800">
                <a:cs typeface="Arial"/>
              </a:rPr>
              <a:t> </a:t>
            </a:r>
            <a:r>
              <a:rPr lang="de-DE" sz="1800" err="1">
                <a:cs typeface="Arial"/>
              </a:rPr>
              <a:t>messages</a:t>
            </a:r>
            <a:endParaRPr lang="de-DE" sz="1800">
              <a:cs typeface="Arial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FA431D4-DD7E-EB33-7E80-DA0B382631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3431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 err="1">
                <a:ea typeface="+mn-lt"/>
                <a:cs typeface="+mn-lt"/>
              </a:rPr>
              <a:t>Methodology</a:t>
            </a:r>
            <a:r>
              <a:rPr lang="de-DE" sz="2800">
                <a:ea typeface="+mn-lt"/>
                <a:cs typeface="+mn-lt"/>
              </a:rPr>
              <a:t>. Dashboard Design</a:t>
            </a:r>
            <a:endParaRPr lang="es-ES"/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B8C79D8-C709-62C5-B905-7531096817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1D6990-1864-939C-AA01-E58738B24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E6F6AD3D-ACD1-072D-8132-EDA2CD7340E5}"/>
              </a:ext>
            </a:extLst>
          </p:cNvPr>
          <p:cNvSpPr txBox="1">
            <a:spLocks/>
          </p:cNvSpPr>
          <p:nvPr/>
        </p:nvSpPr>
        <p:spPr>
          <a:xfrm>
            <a:off x="4041331" y="1893275"/>
            <a:ext cx="4069463" cy="56270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i="1">
                <a:cs typeface="Arial"/>
              </a:rPr>
              <a:t>(Passive, </a:t>
            </a:r>
            <a:r>
              <a:rPr lang="de-DE" i="1" err="1">
                <a:cs typeface="Arial"/>
              </a:rPr>
              <a:t>unobtrusive</a:t>
            </a:r>
            <a:r>
              <a:rPr lang="de-DE" i="1">
                <a:cs typeface="Arial"/>
              </a:rPr>
              <a:t>, real-time)</a:t>
            </a:r>
          </a:p>
        </p:txBody>
      </p:sp>
    </p:spTree>
    <p:extLst>
      <p:ext uri="{BB962C8B-B14F-4D97-AF65-F5344CB8AC3E}">
        <p14:creationId xmlns:p14="http://schemas.microsoft.com/office/powerpoint/2010/main" val="3349050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B912-1173-395E-9EC9-9C8BEB7E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26D7A6-5E04-10DB-BA77-B5D965A4B7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62797" y="2040792"/>
            <a:ext cx="7384163" cy="3323492"/>
          </a:xfrm>
        </p:spPr>
        <p:txBody>
          <a:bodyPr lIns="144000" tIns="144000" rIns="144000" bIns="144000" anchor="ctr">
            <a:normAutofit/>
          </a:bodyPr>
          <a:lstStyle/>
          <a:p>
            <a:pPr marL="35560" indent="0" algn="ctr">
              <a:buNone/>
            </a:pPr>
            <a:r>
              <a:rPr lang="de-DE" sz="2800">
                <a:cs typeface="Arial"/>
              </a:rPr>
              <a:t>LIVE DEMO!</a:t>
            </a:r>
            <a:endParaRPr lang="es-ES" sz="2800">
              <a:cs typeface="Arial"/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6603A74-E063-FA9E-107B-1464DD3126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85298" y="26044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pPr algn="ctr"/>
            <a:r>
              <a:rPr lang="es-ES" sz="1800">
                <a:cs typeface="Arial"/>
              </a:rPr>
              <a:t>Data </a:t>
            </a:r>
            <a:r>
              <a:rPr lang="es-ES" sz="1800" err="1">
                <a:cs typeface="Arial"/>
              </a:rPr>
              <a:t>Visualization</a:t>
            </a:r>
            <a:endParaRPr lang="de-DE" sz="1800" b="0" err="1">
              <a:solidFill>
                <a:srgbClr val="000000"/>
              </a:solidFill>
              <a:cs typeface="Arial"/>
            </a:endParaRPr>
          </a:p>
          <a:p>
            <a:pPr algn="ctr"/>
            <a:endParaRPr lang="de-DE" sz="1800">
              <a:solidFill>
                <a:srgbClr val="004C93"/>
              </a:solidFill>
              <a:cs typeface="Arial"/>
            </a:endParaRPr>
          </a:p>
          <a:p>
            <a:pPr algn="ctr"/>
            <a:endParaRPr lang="de-DE">
              <a:cs typeface="Arial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0C3D731-23E7-C50F-F7D7-D8692FF025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3431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 err="1">
                <a:ea typeface="+mn-lt"/>
                <a:cs typeface="+mn-lt"/>
              </a:rPr>
              <a:t>Methodology</a:t>
            </a:r>
            <a:r>
              <a:rPr lang="de-DE" sz="2800">
                <a:ea typeface="+mn-lt"/>
                <a:cs typeface="+mn-lt"/>
              </a:rPr>
              <a:t>. Dashboard Design</a:t>
            </a:r>
            <a:endParaRPr lang="es-ES"/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B1777712-3A60-7356-2779-5B1A1FABEA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1D2B10-E1CA-744E-3EE4-EBB53F292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97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411A3-31D7-578F-34AA-B7A10EBAE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97F15F4-729F-7AB1-6012-431A7E4AFA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1098" y="19313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endParaRPr lang="de-DE" sz="1800">
              <a:solidFill>
                <a:srgbClr val="004C93"/>
              </a:solidFill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CFF2EF-500C-6DE6-E33D-CB3DD07D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3431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 err="1">
                <a:ea typeface="+mn-lt"/>
                <a:cs typeface="+mn-lt"/>
              </a:rPr>
              <a:t>Results</a:t>
            </a:r>
            <a:endParaRPr lang="de-DE" sz="2800" err="1">
              <a:cs typeface="Arial"/>
            </a:endParaRP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78912BE-D805-7BB0-F359-4A8C52BC4F1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B2C142-4163-CC62-CC81-3A1E867F4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67F95-5F52-33CC-DC0F-9A2F228E7A2D}"/>
              </a:ext>
            </a:extLst>
          </p:cNvPr>
          <p:cNvSpPr txBox="1"/>
          <p:nvPr/>
        </p:nvSpPr>
        <p:spPr>
          <a:xfrm>
            <a:off x="1826239" y="1945713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cs typeface="Arial"/>
              </a:rPr>
              <a:t>Sample Characteristics</a:t>
            </a:r>
            <a:endParaRPr lang="en-US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73ED9-1B0D-DDC3-1E13-7ACFAF77C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655" y="2321185"/>
            <a:ext cx="58864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36E0C-7535-13BB-051A-AB19D078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BD25552-742F-CE64-19EE-B6D3180A8D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1098" y="19313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endParaRPr lang="de-DE" sz="1800">
              <a:solidFill>
                <a:srgbClr val="004C93"/>
              </a:solidFill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8656F8E-5E52-995D-37CC-C73BD85A27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5337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>
                <a:ea typeface="+mn-lt"/>
                <a:cs typeface="+mn-lt"/>
              </a:rPr>
              <a:t>Results</a:t>
            </a:r>
            <a:endParaRPr lang="de-DE" sz="2800">
              <a:cs typeface="Arial"/>
            </a:endParaRP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BC792C7-D752-3E7C-7A4F-3DC79380B24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9165BB-62B6-A6C7-41B5-396A1ED92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A9BCA-C1EB-F5F4-351C-0230E7A843D6}"/>
              </a:ext>
            </a:extLst>
          </p:cNvPr>
          <p:cNvSpPr txBox="1"/>
          <p:nvPr/>
        </p:nvSpPr>
        <p:spPr>
          <a:xfrm>
            <a:off x="1767941" y="1925479"/>
            <a:ext cx="36599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cs typeface="Arial"/>
              </a:rPr>
              <a:t>Variable Characteristics</a:t>
            </a:r>
            <a:endParaRPr lang="en-US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93905-52FA-A8D2-5622-527F20065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31" y="2328862"/>
            <a:ext cx="6124575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347D8A-BCC8-BFC2-EDFA-13C2EC5EB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2131219"/>
            <a:ext cx="47529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51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FEEF-CD93-3DE1-3CC2-26F9BAD1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F3F4D7A-4AB5-96E8-27B1-5CD5DF3C6F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1098" y="19313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endParaRPr lang="de-DE" sz="1800">
              <a:solidFill>
                <a:srgbClr val="004C93"/>
              </a:solidFill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6772CBC-B1AF-6F59-362D-AD0749631B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63231" y="1928994"/>
            <a:ext cx="10202769" cy="4410014"/>
          </a:xfrm>
        </p:spPr>
        <p:txBody>
          <a:bodyPr lIns="0" tIns="0" rIns="0" bIns="0" anchor="t">
            <a:normAutofit lnSpcReduction="10000"/>
          </a:bodyPr>
          <a:lstStyle/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System Usability </a:t>
            </a:r>
            <a:r>
              <a:rPr lang="de-DE" sz="1800" b="1" err="1">
                <a:ea typeface="+mn-lt"/>
                <a:cs typeface="+mn-lt"/>
              </a:rPr>
              <a:t>Scale</a:t>
            </a:r>
            <a:r>
              <a:rPr lang="de-DE" sz="1800" b="1">
                <a:ea typeface="+mn-lt"/>
                <a:cs typeface="+mn-lt"/>
              </a:rPr>
              <a:t> (SUS):</a:t>
            </a:r>
            <a:r>
              <a:rPr lang="de-DE" sz="1800">
                <a:ea typeface="+mn-lt"/>
                <a:cs typeface="+mn-lt"/>
              </a:rPr>
              <a:t> The </a:t>
            </a:r>
            <a:r>
              <a:rPr lang="de-DE" sz="1800" err="1">
                <a:ea typeface="+mn-lt"/>
                <a:cs typeface="+mn-lt"/>
              </a:rPr>
              <a:t>mean</a:t>
            </a:r>
            <a:r>
              <a:rPr lang="de-DE" sz="1800">
                <a:ea typeface="+mn-lt"/>
                <a:cs typeface="+mn-lt"/>
              </a:rPr>
              <a:t> score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65.57 </a:t>
            </a:r>
            <a:r>
              <a:rPr lang="de-DE" sz="1800" err="1">
                <a:ea typeface="+mn-lt"/>
                <a:cs typeface="+mn-lt"/>
              </a:rPr>
              <a:t>is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slightly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below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average</a:t>
            </a:r>
            <a:r>
              <a:rPr lang="de-DE" sz="1800">
                <a:ea typeface="+mn-lt"/>
                <a:cs typeface="+mn-lt"/>
              </a:rPr>
              <a:t> benchmark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68, </a:t>
            </a:r>
            <a:r>
              <a:rPr lang="de-DE" sz="1800" err="1">
                <a:ea typeface="+mn-lt"/>
                <a:cs typeface="+mn-lt"/>
              </a:rPr>
              <a:t>indicating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marginally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acceptable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usability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Complexity</a:t>
            </a:r>
            <a:r>
              <a:rPr lang="de-DE" sz="1800" b="1">
                <a:ea typeface="+mn-lt"/>
                <a:cs typeface="+mn-lt"/>
              </a:rPr>
              <a:t> Challenge: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Integrating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detailed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interaction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data</a:t>
            </a:r>
            <a:r>
              <a:rPr lang="de-DE" sz="1800">
                <a:ea typeface="+mn-lt"/>
                <a:cs typeface="+mn-lt"/>
              </a:rPr>
              <a:t>, such </a:t>
            </a:r>
            <a:r>
              <a:rPr lang="de-DE" sz="1800" err="1">
                <a:ea typeface="+mn-lt"/>
                <a:cs typeface="+mn-lt"/>
              </a:rPr>
              <a:t>as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cell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execution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histories</a:t>
            </a:r>
            <a:r>
              <a:rPr lang="de-DE" sz="1800">
                <a:ea typeface="+mn-lt"/>
                <a:cs typeface="+mn-lt"/>
              </a:rPr>
              <a:t> and </a:t>
            </a:r>
            <a:r>
              <a:rPr lang="de-DE" sz="1800" err="1">
                <a:ea typeface="+mn-lt"/>
                <a:cs typeface="+mn-lt"/>
              </a:rPr>
              <a:t>error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patterns</a:t>
            </a:r>
            <a:r>
              <a:rPr lang="de-DE" sz="1800">
                <a:ea typeface="+mn-lt"/>
                <a:cs typeface="+mn-lt"/>
              </a:rPr>
              <a:t>, </a:t>
            </a:r>
            <a:r>
              <a:rPr lang="de-DE" sz="1800" err="1">
                <a:ea typeface="+mn-lt"/>
                <a:cs typeface="+mn-lt"/>
              </a:rPr>
              <a:t>requires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further</a:t>
            </a:r>
            <a:r>
              <a:rPr lang="de-DE" sz="1800">
                <a:ea typeface="+mn-lt"/>
                <a:cs typeface="+mn-lt"/>
              </a:rPr>
              <a:t> UI </a:t>
            </a:r>
            <a:r>
              <a:rPr lang="de-DE" sz="1800" err="1">
                <a:ea typeface="+mn-lt"/>
                <a:cs typeface="+mn-lt"/>
              </a:rPr>
              <a:t>refinement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reduce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perceived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complexity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User Feedback: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Students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expressed</a:t>
            </a:r>
            <a:r>
              <a:rPr lang="de-DE" sz="1800">
                <a:ea typeface="+mn-lt"/>
                <a:cs typeface="+mn-lt"/>
              </a:rPr>
              <a:t> a </a:t>
            </a:r>
            <a:r>
              <a:rPr lang="de-DE" sz="1800" err="1">
                <a:ea typeface="+mn-lt"/>
                <a:cs typeface="+mn-lt"/>
              </a:rPr>
              <a:t>desire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for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tighter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visual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integration</a:t>
            </a:r>
            <a:r>
              <a:rPr lang="de-DE" sz="1800">
                <a:ea typeface="+mn-lt"/>
                <a:cs typeface="+mn-lt"/>
              </a:rPr>
              <a:t>, such </a:t>
            </a:r>
            <a:r>
              <a:rPr lang="de-DE" sz="1800" err="1">
                <a:ea typeface="+mn-lt"/>
                <a:cs typeface="+mn-lt"/>
              </a:rPr>
              <a:t>as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showing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error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lines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directly</a:t>
            </a:r>
            <a:r>
              <a:rPr lang="de-DE" sz="1800">
                <a:ea typeface="+mn-lt"/>
                <a:cs typeface="+mn-lt"/>
              </a:rPr>
              <a:t> in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code and </a:t>
            </a:r>
            <a:r>
              <a:rPr lang="de-DE" sz="1800" err="1">
                <a:ea typeface="+mn-lt"/>
                <a:cs typeface="+mn-lt"/>
              </a:rPr>
              <a:t>dashboard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Layout &amp; </a:t>
            </a:r>
            <a:r>
              <a:rPr lang="de-DE" sz="1800" b="1" err="1">
                <a:ea typeface="+mn-lt"/>
                <a:cs typeface="+mn-lt"/>
              </a:rPr>
              <a:t>Cognitive</a:t>
            </a:r>
            <a:r>
              <a:rPr lang="de-DE" sz="1800" b="1">
                <a:ea typeface="+mn-lt"/>
                <a:cs typeface="+mn-lt"/>
              </a:rPr>
              <a:t> Load: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Vertical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scrolling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access</a:t>
            </a:r>
            <a:r>
              <a:rPr lang="de-DE" sz="1800">
                <a:ea typeface="+mn-lt"/>
                <a:cs typeface="+mn-lt"/>
              </a:rPr>
              <a:t> all </a:t>
            </a:r>
            <a:r>
              <a:rPr lang="de-DE" sz="1800" err="1">
                <a:ea typeface="+mn-lt"/>
                <a:cs typeface="+mn-lt"/>
              </a:rPr>
              <a:t>visualizations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increases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cognitive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burden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i="1">
                <a:ea typeface="+mn-lt"/>
                <a:cs typeface="+mn-lt"/>
              </a:rPr>
              <a:t> </a:t>
            </a:r>
            <a:r>
              <a:rPr lang="de-DE" sz="1800" i="1" err="1">
                <a:ea typeface="+mn-lt"/>
                <a:cs typeface="+mn-lt"/>
              </a:rPr>
              <a:t>Proposed</a:t>
            </a:r>
            <a:r>
              <a:rPr lang="de-DE" sz="1800" i="1">
                <a:ea typeface="+mn-lt"/>
                <a:cs typeface="+mn-lt"/>
              </a:rPr>
              <a:t> Solution: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Transitioning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a single-page </a:t>
            </a:r>
            <a:r>
              <a:rPr lang="de-DE" sz="1800" err="1">
                <a:ea typeface="+mn-lt"/>
                <a:cs typeface="+mn-lt"/>
              </a:rPr>
              <a:t>layout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present</a:t>
            </a:r>
            <a:r>
              <a:rPr lang="de-DE" sz="1800">
                <a:ea typeface="+mn-lt"/>
                <a:cs typeface="+mn-lt"/>
              </a:rPr>
              <a:t> all </a:t>
            </a:r>
            <a:r>
              <a:rPr lang="de-DE" sz="1800" err="1">
                <a:ea typeface="+mn-lt"/>
                <a:cs typeface="+mn-lt"/>
              </a:rPr>
              <a:t>summary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statistics</a:t>
            </a:r>
            <a:r>
              <a:rPr lang="de-DE" sz="1800">
                <a:ea typeface="+mn-lt"/>
                <a:cs typeface="+mn-lt"/>
              </a:rPr>
              <a:t> "at a </a:t>
            </a:r>
            <a:r>
              <a:rPr lang="de-DE" sz="1800" err="1">
                <a:ea typeface="+mn-lt"/>
                <a:cs typeface="+mn-lt"/>
              </a:rPr>
              <a:t>glance</a:t>
            </a:r>
            <a:r>
              <a:rPr lang="de-DE" sz="1800">
                <a:ea typeface="+mn-lt"/>
                <a:cs typeface="+mn-lt"/>
              </a:rPr>
              <a:t>".</a:t>
            </a:r>
            <a:endParaRPr lang="de-DE"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Char char="•"/>
            </a:pPr>
            <a:endParaRPr lang="de-DE" sz="1800">
              <a:cs typeface="Arial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CC3903-1E94-9C81-AE2C-18957C8730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5337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 err="1">
                <a:ea typeface="+mn-lt"/>
                <a:cs typeface="+mn-lt"/>
              </a:rPr>
              <a:t>Discussion</a:t>
            </a:r>
            <a:endParaRPr lang="de-DE" sz="2800" err="1">
              <a:cs typeface="Arial"/>
            </a:endParaRP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9832FB8-FBE0-8EDE-528D-7165B6E8FB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BDD259-023E-5EE7-1DCF-D491FEFB3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B5122-257A-CFE1-34D6-A968637A5FC4}"/>
              </a:ext>
            </a:extLst>
          </p:cNvPr>
          <p:cNvSpPr txBox="1"/>
          <p:nvPr/>
        </p:nvSpPr>
        <p:spPr>
          <a:xfrm>
            <a:off x="1699417" y="1572358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cs typeface="Arial"/>
              </a:rPr>
              <a:t>Usability (RQ 1)</a:t>
            </a:r>
            <a:endParaRPr lang="en-US" b="1" u="sng"/>
          </a:p>
        </p:txBody>
      </p:sp>
    </p:spTree>
    <p:extLst>
      <p:ext uri="{BB962C8B-B14F-4D97-AF65-F5344CB8AC3E}">
        <p14:creationId xmlns:p14="http://schemas.microsoft.com/office/powerpoint/2010/main" val="1153900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9F116-227D-083D-7095-8737175E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F461EC1-9248-8152-262F-44186B7035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1098" y="19313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endParaRPr lang="de-DE" sz="1800">
              <a:solidFill>
                <a:srgbClr val="004C93"/>
              </a:solidFill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43CE58-6627-2E75-7729-86F59BA136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63231" y="1928994"/>
            <a:ext cx="10202769" cy="4410014"/>
          </a:xfrm>
        </p:spPr>
        <p:txBody>
          <a:bodyPr lIns="0" tIns="0" rIns="0" bIns="0" anchor="t">
            <a:normAutofit lnSpcReduction="10000"/>
          </a:bodyPr>
          <a:lstStyle/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Discrepancy</a:t>
            </a:r>
            <a:r>
              <a:rPr lang="de-DE" sz="1800" b="1">
                <a:ea typeface="+mn-lt"/>
                <a:cs typeface="+mn-lt"/>
              </a:rPr>
              <a:t> in TAM </a:t>
            </a:r>
            <a:r>
              <a:rPr lang="de-DE" sz="1800" b="1" err="1">
                <a:ea typeface="+mn-lt"/>
                <a:cs typeface="+mn-lt"/>
              </a:rPr>
              <a:t>Subscales</a:t>
            </a:r>
            <a:r>
              <a:rPr lang="de-DE" sz="1800" b="1">
                <a:ea typeface="+mn-lt"/>
                <a:cs typeface="+mn-lt"/>
              </a:rPr>
              <a:t>:</a:t>
            </a:r>
            <a:r>
              <a:rPr lang="de-DE" sz="1800">
                <a:ea typeface="+mn-lt"/>
                <a:cs typeface="+mn-lt"/>
              </a:rPr>
              <a:t> </a:t>
            </a:r>
          </a:p>
          <a:p>
            <a:pPr lvl="1" indent="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Perceived</a:t>
            </a: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Ease</a:t>
            </a: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of</a:t>
            </a:r>
            <a:r>
              <a:rPr lang="de-DE" sz="1800" b="1">
                <a:ea typeface="+mn-lt"/>
                <a:cs typeface="+mn-lt"/>
              </a:rPr>
              <a:t> Use (PEOU):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Rated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highly</a:t>
            </a:r>
            <a:r>
              <a:rPr lang="de-DE" sz="1800">
                <a:ea typeface="+mn-lt"/>
                <a:cs typeface="+mn-lt"/>
              </a:rPr>
              <a:t> (M = 5.78), </a:t>
            </a:r>
            <a:r>
              <a:rPr lang="de-DE" sz="1800" err="1">
                <a:ea typeface="+mn-lt"/>
                <a:cs typeface="+mn-lt"/>
              </a:rPr>
              <a:t>showing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dashboard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is</a:t>
            </a:r>
            <a:r>
              <a:rPr lang="de-DE" sz="1800">
                <a:ea typeface="+mn-lt"/>
                <a:cs typeface="+mn-lt"/>
              </a:rPr>
              <a:t> intuitive and easy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navigate</a:t>
            </a:r>
            <a:endParaRPr lang="de-DE" sz="1800">
              <a:ea typeface="+mn-lt"/>
              <a:cs typeface="+mn-lt"/>
            </a:endParaRPr>
          </a:p>
          <a:p>
            <a:pPr lvl="1" indent="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Perceived</a:t>
            </a: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Usefulness</a:t>
            </a:r>
            <a:r>
              <a:rPr lang="de-DE" sz="1800" b="1">
                <a:ea typeface="+mn-lt"/>
                <a:cs typeface="+mn-lt"/>
              </a:rPr>
              <a:t> (PU):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Rated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more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moderately</a:t>
            </a:r>
            <a:r>
              <a:rPr lang="de-DE" sz="1800">
                <a:ea typeface="+mn-lt"/>
                <a:cs typeface="+mn-lt"/>
              </a:rPr>
              <a:t> (M = 4.93).</a:t>
            </a:r>
            <a:endParaRPr lang="de-DE" sz="1800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Interpretation </a:t>
            </a:r>
            <a:r>
              <a:rPr lang="de-DE" sz="1800" b="1" err="1">
                <a:ea typeface="+mn-lt"/>
                <a:cs typeface="+mn-lt"/>
              </a:rPr>
              <a:t>Barrier</a:t>
            </a:r>
            <a:r>
              <a:rPr lang="de-DE" sz="1800" b="1">
                <a:ea typeface="+mn-lt"/>
                <a:cs typeface="+mn-lt"/>
              </a:rPr>
              <a:t>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Students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often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require</a:t>
            </a:r>
            <a:r>
              <a:rPr lang="de-DE" sz="1800">
                <a:ea typeface="+mn-lt"/>
                <a:cs typeface="+mn-lt"/>
              </a:rPr>
              <a:t> time and explicit </a:t>
            </a:r>
            <a:r>
              <a:rPr lang="de-DE" sz="1800" err="1">
                <a:ea typeface="+mn-lt"/>
                <a:cs typeface="+mn-lt"/>
              </a:rPr>
              <a:t>instructional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guidance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effectively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interpret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analytics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feedback</a:t>
            </a:r>
            <a:r>
              <a:rPr lang="de-DE" sz="1800">
                <a:ea typeface="+mn-lt"/>
                <a:cs typeface="+mn-lt"/>
              </a:rPr>
              <a:t> and </a:t>
            </a:r>
            <a:r>
              <a:rPr lang="de-DE" sz="1800" err="1">
                <a:ea typeface="+mn-lt"/>
                <a:cs typeface="+mn-lt"/>
              </a:rPr>
              <a:t>recognize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its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metacognitive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value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"Teacher vs. Student Tool":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Some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participants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felt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dashboard</a:t>
            </a:r>
            <a:r>
              <a:rPr lang="de-DE" sz="1800">
                <a:ea typeface="+mn-lt"/>
                <a:cs typeface="+mn-lt"/>
              </a:rPr>
              <a:t> was </a:t>
            </a:r>
            <a:r>
              <a:rPr lang="de-DE" sz="1800" err="1">
                <a:ea typeface="+mn-lt"/>
                <a:cs typeface="+mn-lt"/>
              </a:rPr>
              <a:t>more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aligned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with</a:t>
            </a:r>
            <a:r>
              <a:rPr lang="de-DE" sz="1800">
                <a:ea typeface="+mn-lt"/>
                <a:cs typeface="+mn-lt"/>
              </a:rPr>
              <a:t> an </a:t>
            </a:r>
            <a:r>
              <a:rPr lang="de-DE" sz="1800" err="1">
                <a:ea typeface="+mn-lt"/>
                <a:cs typeface="+mn-lt"/>
              </a:rPr>
              <a:t>instructor's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perspective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or</a:t>
            </a:r>
            <a:r>
              <a:rPr lang="de-DE" sz="1800">
                <a:ea typeface="+mn-lt"/>
                <a:cs typeface="+mn-lt"/>
              </a:rPr>
              <a:t> pure </a:t>
            </a:r>
            <a:r>
              <a:rPr lang="de-DE" sz="1800" err="1">
                <a:ea typeface="+mn-lt"/>
                <a:cs typeface="+mn-lt"/>
              </a:rPr>
              <a:t>data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analysis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Need </a:t>
            </a:r>
            <a:r>
              <a:rPr lang="de-DE" sz="1800" b="1" err="1">
                <a:ea typeface="+mn-lt"/>
                <a:cs typeface="+mn-lt"/>
              </a:rPr>
              <a:t>for</a:t>
            </a: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Actionable</a:t>
            </a: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Guidance</a:t>
            </a:r>
            <a:r>
              <a:rPr lang="de-DE" sz="1800" b="1">
                <a:ea typeface="+mn-lt"/>
                <a:cs typeface="+mn-lt"/>
              </a:rPr>
              <a:t>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Students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want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actionable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hints</a:t>
            </a:r>
            <a:r>
              <a:rPr lang="de-DE" sz="1800">
                <a:ea typeface="+mn-lt"/>
                <a:cs typeface="+mn-lt"/>
              </a:rPr>
              <a:t> on </a:t>
            </a:r>
            <a:r>
              <a:rPr lang="de-DE" sz="1800" i="1" err="1">
                <a:ea typeface="+mn-lt"/>
                <a:cs typeface="+mn-lt"/>
              </a:rPr>
              <a:t>how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solve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specific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errors</a:t>
            </a:r>
            <a:r>
              <a:rPr lang="de-DE" sz="1800">
                <a:ea typeface="+mn-lt"/>
                <a:cs typeface="+mn-lt"/>
              </a:rPr>
              <a:t>, </a:t>
            </a:r>
            <a:r>
              <a:rPr lang="de-DE" sz="1800" err="1">
                <a:ea typeface="+mn-lt"/>
                <a:cs typeface="+mn-lt"/>
              </a:rPr>
              <a:t>rather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than</a:t>
            </a:r>
            <a:r>
              <a:rPr lang="de-DE" sz="1800">
                <a:ea typeface="+mn-lt"/>
                <a:cs typeface="+mn-lt"/>
              </a:rPr>
              <a:t> just </a:t>
            </a:r>
            <a:r>
              <a:rPr lang="de-DE" sz="1800" err="1">
                <a:ea typeface="+mn-lt"/>
                <a:cs typeface="+mn-lt"/>
              </a:rPr>
              <a:t>descriptive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feedback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showing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what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did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wrong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Char char="•"/>
            </a:pPr>
            <a:endParaRPr lang="de-DE" sz="1800">
              <a:cs typeface="Arial" panose="020B0604020202020204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698981C-49DD-9EF0-5CF8-0ED09C7F6D7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5337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 err="1">
                <a:ea typeface="+mn-lt"/>
                <a:cs typeface="+mn-lt"/>
              </a:rPr>
              <a:t>Discussion</a:t>
            </a:r>
            <a:endParaRPr lang="de-DE" sz="2800" err="1">
              <a:cs typeface="Arial"/>
            </a:endParaRP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5677920-FC30-C8F4-6687-D1917C6C79D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1043E3-6AC1-C64F-E466-E799ACC10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0B94C-8623-0962-62FA-6F09A618A3CB}"/>
              </a:ext>
            </a:extLst>
          </p:cNvPr>
          <p:cNvSpPr txBox="1"/>
          <p:nvPr/>
        </p:nvSpPr>
        <p:spPr>
          <a:xfrm>
            <a:off x="1699417" y="1572358"/>
            <a:ext cx="42671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cs typeface="Arial"/>
              </a:rPr>
              <a:t>Usefulness &amp; Ease of Use (RQ 2)</a:t>
            </a:r>
            <a:endParaRPr lang="en-US" b="1" u="sng"/>
          </a:p>
        </p:txBody>
      </p:sp>
    </p:spTree>
    <p:extLst>
      <p:ext uri="{BB962C8B-B14F-4D97-AF65-F5344CB8AC3E}">
        <p14:creationId xmlns:p14="http://schemas.microsoft.com/office/powerpoint/2010/main" val="328108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0DC8-FCE3-6D58-5903-A07652D0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D272714-83D0-581A-0771-36D7DE5C7C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1098" y="19313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endParaRPr lang="de-DE" sz="1800">
              <a:solidFill>
                <a:srgbClr val="004C93"/>
              </a:solidFill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8F28CC-7725-DF60-6DA9-3B64E304D7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63231" y="1928994"/>
            <a:ext cx="10202769" cy="4410014"/>
          </a:xfrm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Low </a:t>
            </a:r>
            <a:r>
              <a:rPr lang="de-DE" sz="1800" b="1" err="1">
                <a:ea typeface="+mn-lt"/>
                <a:cs typeface="+mn-lt"/>
              </a:rPr>
              <a:t>Subjective</a:t>
            </a:r>
            <a:r>
              <a:rPr lang="de-DE" sz="1800" b="1">
                <a:ea typeface="+mn-lt"/>
                <a:cs typeface="+mn-lt"/>
              </a:rPr>
              <a:t> Workload:</a:t>
            </a:r>
            <a:r>
              <a:rPr lang="de-DE" sz="1800">
                <a:ea typeface="+mn-lt"/>
                <a:cs typeface="+mn-lt"/>
              </a:rPr>
              <a:t> The NASA-TLX </a:t>
            </a:r>
            <a:r>
              <a:rPr lang="de-DE" sz="1800" err="1">
                <a:ea typeface="+mn-lt"/>
                <a:cs typeface="+mn-lt"/>
              </a:rPr>
              <a:t>yielded</a:t>
            </a:r>
            <a:r>
              <a:rPr lang="de-DE" sz="1800">
                <a:ea typeface="+mn-lt"/>
                <a:cs typeface="+mn-lt"/>
              </a:rPr>
              <a:t> a </a:t>
            </a:r>
            <a:r>
              <a:rPr lang="de-DE" sz="1800" err="1">
                <a:ea typeface="+mn-lt"/>
                <a:cs typeface="+mn-lt"/>
              </a:rPr>
              <a:t>mean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overall</a:t>
            </a:r>
            <a:r>
              <a:rPr lang="de-DE" sz="1800">
                <a:ea typeface="+mn-lt"/>
                <a:cs typeface="+mn-lt"/>
              </a:rPr>
              <a:t> score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8.15 on a 20-point </a:t>
            </a:r>
            <a:r>
              <a:rPr lang="de-DE" sz="1800" err="1">
                <a:ea typeface="+mn-lt"/>
                <a:cs typeface="+mn-lt"/>
              </a:rPr>
              <a:t>scale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Below Global Average: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When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transformed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a 100-point </a:t>
            </a:r>
            <a:r>
              <a:rPr lang="de-DE" sz="1800" err="1">
                <a:ea typeface="+mn-lt"/>
                <a:cs typeface="+mn-lt"/>
              </a:rPr>
              <a:t>scale</a:t>
            </a:r>
            <a:r>
              <a:rPr lang="de-DE" sz="1800">
                <a:ea typeface="+mn-lt"/>
                <a:cs typeface="+mn-lt"/>
              </a:rPr>
              <a:t> (~40.75), </a:t>
            </a:r>
            <a:r>
              <a:rPr lang="de-DE" sz="1800" err="1">
                <a:ea typeface="+mn-lt"/>
                <a:cs typeface="+mn-lt"/>
              </a:rPr>
              <a:t>this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sits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comfortably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below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global median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43.8 </a:t>
            </a:r>
            <a:r>
              <a:rPr lang="de-DE" sz="1800" err="1">
                <a:ea typeface="+mn-lt"/>
                <a:cs typeface="+mn-lt"/>
              </a:rPr>
              <a:t>for</a:t>
            </a:r>
            <a:r>
              <a:rPr lang="de-DE" sz="1800">
                <a:ea typeface="+mn-lt"/>
                <a:cs typeface="+mn-lt"/>
              </a:rPr>
              <a:t> user-experience meta-</a:t>
            </a:r>
            <a:r>
              <a:rPr lang="de-DE" sz="1800" err="1">
                <a:ea typeface="+mn-lt"/>
                <a:cs typeface="+mn-lt"/>
              </a:rPr>
              <a:t>analyses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Key </a:t>
            </a:r>
            <a:r>
              <a:rPr lang="de-DE" sz="1800" b="1" err="1">
                <a:ea typeface="+mn-lt"/>
                <a:cs typeface="+mn-lt"/>
              </a:rPr>
              <a:t>Success</a:t>
            </a:r>
            <a:r>
              <a:rPr lang="de-DE" sz="1800" b="1">
                <a:ea typeface="+mn-lt"/>
                <a:cs typeface="+mn-lt"/>
              </a:rPr>
              <a:t>:</a:t>
            </a:r>
            <a:r>
              <a:rPr lang="de-DE" sz="1800">
                <a:ea typeface="+mn-lt"/>
                <a:cs typeface="+mn-lt"/>
              </a:rPr>
              <a:t> The </a:t>
            </a:r>
            <a:r>
              <a:rPr lang="de-DE" sz="1800" err="1">
                <a:ea typeface="+mn-lt"/>
                <a:cs typeface="+mn-lt"/>
              </a:rPr>
              <a:t>dashboard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acts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as</a:t>
            </a:r>
            <a:r>
              <a:rPr lang="de-DE" sz="1800">
                <a:ea typeface="+mn-lt"/>
                <a:cs typeface="+mn-lt"/>
              </a:rPr>
              <a:t> a </a:t>
            </a:r>
            <a:r>
              <a:rPr lang="de-DE" sz="1800" err="1">
                <a:ea typeface="+mn-lt"/>
                <a:cs typeface="+mn-lt"/>
              </a:rPr>
              <a:t>low-workload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addition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programming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environment</a:t>
            </a:r>
            <a:r>
              <a:rPr lang="de-DE" sz="1800">
                <a:ea typeface="+mn-lt"/>
                <a:cs typeface="+mn-lt"/>
              </a:rPr>
              <a:t> and </a:t>
            </a:r>
            <a:r>
              <a:rPr lang="de-DE" sz="1800" err="1">
                <a:ea typeface="+mn-lt"/>
                <a:cs typeface="+mn-lt"/>
              </a:rPr>
              <a:t>successfully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avoids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"</a:t>
            </a:r>
            <a:r>
              <a:rPr lang="de-DE" sz="1800" err="1">
                <a:ea typeface="+mn-lt"/>
                <a:cs typeface="+mn-lt"/>
              </a:rPr>
              <a:t>cognitive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burden</a:t>
            </a:r>
            <a:r>
              <a:rPr lang="de-DE" sz="1800">
                <a:ea typeface="+mn-lt"/>
                <a:cs typeface="+mn-lt"/>
              </a:rPr>
              <a:t>" </a:t>
            </a:r>
            <a:r>
              <a:rPr lang="de-DE" sz="1800" err="1">
                <a:ea typeface="+mn-lt"/>
                <a:cs typeface="+mn-lt"/>
              </a:rPr>
              <a:t>trap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Focus </a:t>
            </a:r>
            <a:r>
              <a:rPr lang="de-DE" sz="1800" b="1" err="1">
                <a:ea typeface="+mn-lt"/>
                <a:cs typeface="+mn-lt"/>
              </a:rPr>
              <a:t>Maintained</a:t>
            </a:r>
            <a:r>
              <a:rPr lang="de-DE" sz="1800" b="1">
                <a:ea typeface="+mn-lt"/>
                <a:cs typeface="+mn-lt"/>
              </a:rPr>
              <a:t>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provides</a:t>
            </a:r>
            <a:r>
              <a:rPr lang="de-DE" sz="1800">
                <a:ea typeface="+mn-lt"/>
                <a:cs typeface="+mn-lt"/>
              </a:rPr>
              <a:t> transparent </a:t>
            </a:r>
            <a:r>
              <a:rPr lang="de-DE" sz="1800" err="1">
                <a:ea typeface="+mn-lt"/>
                <a:cs typeface="+mn-lt"/>
              </a:rPr>
              <a:t>execution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histories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without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distracting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learners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from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their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primary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goal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solving</a:t>
            </a:r>
            <a:r>
              <a:rPr lang="de-DE" sz="1800">
                <a:ea typeface="+mn-lt"/>
                <a:cs typeface="+mn-lt"/>
              </a:rPr>
              <a:t> Python </a:t>
            </a:r>
            <a:r>
              <a:rPr lang="de-DE" sz="1800" err="1">
                <a:ea typeface="+mn-lt"/>
                <a:cs typeface="+mn-lt"/>
              </a:rPr>
              <a:t>exercises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Char char="•"/>
            </a:pPr>
            <a:endParaRPr lang="de-DE" sz="1800">
              <a:cs typeface="Arial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ADFCD08-E76E-D0C0-F0CB-89C08C62AC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5337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 err="1">
                <a:ea typeface="+mn-lt"/>
                <a:cs typeface="+mn-lt"/>
              </a:rPr>
              <a:t>Discussion</a:t>
            </a:r>
            <a:endParaRPr lang="de-DE" sz="2800" err="1">
              <a:cs typeface="Arial"/>
            </a:endParaRP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D5B77C5-B40D-1FFB-849D-15C29665FAE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EDE0D2-46C3-0893-0FD2-737EA189E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63C35-2992-1A48-27D3-B954A740A256}"/>
              </a:ext>
            </a:extLst>
          </p:cNvPr>
          <p:cNvSpPr txBox="1"/>
          <p:nvPr/>
        </p:nvSpPr>
        <p:spPr>
          <a:xfrm>
            <a:off x="1699417" y="1572358"/>
            <a:ext cx="42671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ea typeface="+mn-lt"/>
                <a:cs typeface="+mn-lt"/>
              </a:rPr>
              <a:t>Mental Workload (NASA-TLX)</a:t>
            </a:r>
          </a:p>
        </p:txBody>
      </p:sp>
    </p:spTree>
    <p:extLst>
      <p:ext uri="{BB962C8B-B14F-4D97-AF65-F5344CB8AC3E}">
        <p14:creationId xmlns:p14="http://schemas.microsoft.com/office/powerpoint/2010/main" val="140125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F4048-F222-9B84-4FCA-AF7DEADE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5161988-A67E-16E7-C52E-392ED7B13E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1098" y="19313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endParaRPr lang="de-DE" sz="1800">
              <a:solidFill>
                <a:srgbClr val="004C93"/>
              </a:solidFill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AD47F79-3CD9-765A-596E-99D79630CF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9531" y="1931375"/>
            <a:ext cx="4323463" cy="1934309"/>
          </a:xfrm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800" b="1" err="1">
                <a:solidFill>
                  <a:schemeClr val="tx2"/>
                </a:solidFill>
                <a:cs typeface="Arial"/>
              </a:rPr>
              <a:t>Limitations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s-ES" sz="1800" err="1">
                <a:cs typeface="Arial"/>
              </a:rPr>
              <a:t>Sample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size</a:t>
            </a:r>
            <a:r>
              <a:rPr lang="es-ES" sz="1800">
                <a:cs typeface="Arial"/>
              </a:rPr>
              <a:t> (</a:t>
            </a:r>
            <a:r>
              <a:rPr lang="es-ES" sz="1800" err="1">
                <a:cs typeface="Arial"/>
              </a:rPr>
              <a:t>only</a:t>
            </a:r>
            <a:r>
              <a:rPr lang="es-ES" sz="1800">
                <a:cs typeface="Arial"/>
              </a:rPr>
              <a:t> 22 </a:t>
            </a:r>
            <a:r>
              <a:rPr lang="es-ES" sz="1800" err="1">
                <a:cs typeface="Arial"/>
              </a:rPr>
              <a:t>participants</a:t>
            </a:r>
            <a:r>
              <a:rPr lang="es-ES" sz="1800">
                <a:cs typeface="Arial"/>
              </a:rPr>
              <a:t>)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s-ES" sz="1800" err="1">
                <a:cs typeface="Arial"/>
              </a:rPr>
              <a:t>Avg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interaction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duration</a:t>
            </a:r>
            <a:r>
              <a:rPr lang="es-ES" sz="1800">
                <a:cs typeface="Arial"/>
              </a:rPr>
              <a:t> (17 </a:t>
            </a:r>
            <a:r>
              <a:rPr lang="es-ES" sz="1800" err="1">
                <a:cs typeface="Arial"/>
              </a:rPr>
              <a:t>mins</a:t>
            </a:r>
            <a:r>
              <a:rPr lang="es-ES" sz="1800">
                <a:cs typeface="Arial"/>
              </a:rPr>
              <a:t>)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67C4799-5A3B-1692-E906-2C517B805C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5337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>
                <a:ea typeface="+mn-lt"/>
                <a:cs typeface="+mn-lt"/>
              </a:rPr>
              <a:t>Limitations &amp; Future Work</a:t>
            </a:r>
            <a:endParaRPr lang="de-DE" sz="2800" err="1">
              <a:cs typeface="Arial"/>
            </a:endParaRP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12DB5D1-888B-8EFC-4E86-AAEF4ED973F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6280AA-EB4D-D8B7-7BFB-23BD5B7BA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C156CB13-15BD-255D-FECB-00FDD85C9289}"/>
              </a:ext>
            </a:extLst>
          </p:cNvPr>
          <p:cNvSpPr txBox="1">
            <a:spLocks/>
          </p:cNvSpPr>
          <p:nvPr/>
        </p:nvSpPr>
        <p:spPr>
          <a:xfrm>
            <a:off x="5705031" y="1931375"/>
            <a:ext cx="5555363" cy="441080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800" b="1">
                <a:solidFill>
                  <a:schemeClr val="tx2"/>
                </a:solidFill>
                <a:cs typeface="Arial"/>
              </a:rPr>
              <a:t>Future </a:t>
            </a:r>
            <a:r>
              <a:rPr lang="es-ES" sz="1800" b="1" err="1">
                <a:solidFill>
                  <a:schemeClr val="tx2"/>
                </a:solidFill>
                <a:cs typeface="Arial"/>
              </a:rPr>
              <a:t>Work</a:t>
            </a:r>
            <a:endParaRPr lang="es-ES" sz="1800" b="1">
              <a:solidFill>
                <a:schemeClr val="tx2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err="1">
                <a:cs typeface="Arial"/>
              </a:rPr>
              <a:t>Comparing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students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with</a:t>
            </a:r>
            <a:r>
              <a:rPr lang="es-ES" sz="1800">
                <a:cs typeface="Arial"/>
              </a:rPr>
              <a:t> &amp; </a:t>
            </a:r>
            <a:r>
              <a:rPr lang="es-ES" sz="1800" err="1">
                <a:cs typeface="Arial"/>
              </a:rPr>
              <a:t>without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dashboard</a:t>
            </a:r>
            <a:endParaRPr lang="es-ES" sz="180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err="1">
                <a:cs typeface="Arial"/>
              </a:rPr>
              <a:t>Multiple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learning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units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to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see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improvement</a:t>
            </a:r>
            <a:endParaRPr lang="es-ES" sz="180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>
                <a:cs typeface="Arial"/>
              </a:rPr>
              <a:t>Cell </a:t>
            </a:r>
            <a:r>
              <a:rPr lang="es-ES" sz="1800" err="1">
                <a:cs typeface="Arial"/>
              </a:rPr>
              <a:t>execution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durations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to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study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optimization</a:t>
            </a:r>
            <a:endParaRPr lang="es-ES" sz="180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err="1">
                <a:cs typeface="Arial"/>
              </a:rPr>
              <a:t>Database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of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verified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solutions</a:t>
            </a:r>
            <a:endParaRPr lang="es-ES" sz="180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err="1">
                <a:cs typeface="Arial"/>
              </a:rPr>
              <a:t>Teacher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dashboard</a:t>
            </a:r>
            <a:endParaRPr lang="es-ES" sz="1800">
              <a:cs typeface="Arial"/>
            </a:endParaRPr>
          </a:p>
          <a:p>
            <a:pPr marL="971550" lvl="1">
              <a:lnSpc>
                <a:spcPct val="150000"/>
              </a:lnSpc>
            </a:pPr>
            <a:r>
              <a:rPr lang="es-ES" sz="1800">
                <a:cs typeface="Arial"/>
              </a:rPr>
              <a:t>Compare </a:t>
            </a:r>
            <a:r>
              <a:rPr lang="es-ES" sz="1800" err="1">
                <a:cs typeface="Arial"/>
              </a:rPr>
              <a:t>students</a:t>
            </a:r>
            <a:endParaRPr lang="es-ES" sz="1800">
              <a:cs typeface="Arial"/>
            </a:endParaRPr>
          </a:p>
          <a:p>
            <a:pPr marL="971550" lvl="1">
              <a:lnSpc>
                <a:spcPct val="150000"/>
              </a:lnSpc>
            </a:pPr>
            <a:r>
              <a:rPr lang="es-ES" sz="1800" err="1">
                <a:cs typeface="Arial"/>
              </a:rPr>
              <a:t>Overall</a:t>
            </a:r>
            <a:r>
              <a:rPr lang="es-ES" sz="1800">
                <a:cs typeface="Arial"/>
              </a:rPr>
              <a:t> </a:t>
            </a:r>
            <a:r>
              <a:rPr lang="es-ES" sz="1800" err="1">
                <a:cs typeface="Arial"/>
              </a:rPr>
              <a:t>problems</a:t>
            </a:r>
            <a:endParaRPr lang="es-ES" sz="18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4763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5C6F4-B3F3-05BD-B8E3-8B350625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2575B0C-63CA-1637-87C8-66F9AD447F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1098" y="19313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endParaRPr lang="de-DE" sz="1800">
              <a:solidFill>
                <a:srgbClr val="004C93"/>
              </a:solidFill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CC90B12-65E0-FB86-47E1-E789FB1FEA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94931" y="1931375"/>
            <a:ext cx="9987663" cy="4220309"/>
          </a:xfrm>
        </p:spPr>
        <p:txBody>
          <a:bodyPr lIns="0" tIns="0" rIns="0" bIns="0" anchor="t">
            <a:normAutofit/>
          </a:bodyPr>
          <a:lstStyle/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Core </a:t>
            </a:r>
            <a:r>
              <a:rPr lang="de-DE" sz="1800" b="1" err="1">
                <a:ea typeface="+mn-lt"/>
                <a:cs typeface="+mn-lt"/>
              </a:rPr>
              <a:t>Objective</a:t>
            </a:r>
            <a:r>
              <a:rPr lang="de-DE" sz="1800" b="1">
                <a:ea typeface="+mn-lt"/>
                <a:cs typeface="+mn-lt"/>
              </a:rPr>
              <a:t>:</a:t>
            </a:r>
            <a:r>
              <a:rPr lang="de-DE" sz="1800">
                <a:ea typeface="+mn-lt"/>
                <a:cs typeface="+mn-lt"/>
              </a:rPr>
              <a:t> The </a:t>
            </a:r>
            <a:r>
              <a:rPr lang="de-DE" sz="1800" err="1">
                <a:ea typeface="+mn-lt"/>
                <a:cs typeface="+mn-lt"/>
              </a:rPr>
              <a:t>dashboard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successfully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makes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iterative, </a:t>
            </a:r>
            <a:r>
              <a:rPr lang="de-DE" sz="1800" err="1">
                <a:ea typeface="+mn-lt"/>
                <a:cs typeface="+mn-lt"/>
              </a:rPr>
              <a:t>trial-and-error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nature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of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programming</a:t>
            </a:r>
            <a:r>
              <a:rPr lang="de-DE" sz="1800">
                <a:ea typeface="+mn-lt"/>
                <a:cs typeface="+mn-lt"/>
              </a:rPr>
              <a:t> transparent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learners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Key </a:t>
            </a:r>
            <a:r>
              <a:rPr lang="de-DE" sz="1800" b="1" err="1">
                <a:ea typeface="+mn-lt"/>
                <a:cs typeface="+mn-lt"/>
              </a:rPr>
              <a:t>Findings</a:t>
            </a:r>
            <a:r>
              <a:rPr lang="de-DE" sz="1800" b="1">
                <a:ea typeface="+mn-lt"/>
                <a:cs typeface="+mn-lt"/>
              </a:rPr>
              <a:t>:</a:t>
            </a:r>
            <a:r>
              <a:rPr lang="de-DE" sz="1800">
                <a:ea typeface="+mn-lt"/>
                <a:cs typeface="+mn-lt"/>
              </a:rPr>
              <a:t> The </a:t>
            </a:r>
            <a:r>
              <a:rPr lang="de-DE" sz="1800" err="1">
                <a:ea typeface="+mn-lt"/>
                <a:cs typeface="+mn-lt"/>
              </a:rPr>
              <a:t>concept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highly</a:t>
            </a:r>
            <a:r>
              <a:rPr lang="de-DE" sz="1800">
                <a:ea typeface="+mn-lt"/>
                <a:cs typeface="+mn-lt"/>
              </a:rPr>
              <a:t> viable; </a:t>
            </a:r>
            <a:r>
              <a:rPr lang="de-DE" sz="1800" err="1">
                <a:ea typeface="+mn-lt"/>
                <a:cs typeface="+mn-lt"/>
              </a:rPr>
              <a:t>it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perceived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very</a:t>
            </a:r>
            <a:r>
              <a:rPr lang="de-DE" sz="1800">
                <a:ea typeface="+mn-lt"/>
                <a:cs typeface="+mn-lt"/>
              </a:rPr>
              <a:t> easy </a:t>
            </a:r>
            <a:r>
              <a:rPr lang="de-DE" sz="1800" err="1">
                <a:ea typeface="+mn-lt"/>
                <a:cs typeface="+mn-lt"/>
              </a:rPr>
              <a:t>to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use</a:t>
            </a:r>
            <a:r>
              <a:rPr lang="de-DE" sz="1800">
                <a:ea typeface="+mn-lt"/>
                <a:cs typeface="+mn-lt"/>
              </a:rPr>
              <a:t> and </a:t>
            </a:r>
            <a:r>
              <a:rPr lang="de-DE" sz="1800" err="1">
                <a:ea typeface="+mn-lt"/>
                <a:cs typeface="+mn-lt"/>
              </a:rPr>
              <a:t>effectively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avoids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adding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cognitive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hurdles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</a:t>
            </a:r>
            <a:r>
              <a:rPr lang="de-DE" sz="1800" b="1" err="1">
                <a:ea typeface="+mn-lt"/>
                <a:cs typeface="+mn-lt"/>
              </a:rPr>
              <a:t>Pedagogical</a:t>
            </a:r>
            <a:r>
              <a:rPr lang="de-DE" sz="1800" b="1">
                <a:ea typeface="+mn-lt"/>
                <a:cs typeface="+mn-lt"/>
              </a:rPr>
              <a:t> Needs: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Unlocking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tool's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full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instructional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value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requires</a:t>
            </a:r>
            <a:r>
              <a:rPr lang="de-DE" sz="1800">
                <a:ea typeface="+mn-lt"/>
                <a:cs typeface="+mn-lt"/>
              </a:rPr>
              <a:t> longitudinal </a:t>
            </a:r>
            <a:r>
              <a:rPr lang="de-DE" sz="1800" err="1">
                <a:ea typeface="+mn-lt"/>
                <a:cs typeface="+mn-lt"/>
              </a:rPr>
              <a:t>engagement</a:t>
            </a:r>
            <a:r>
              <a:rPr lang="de-DE" sz="1800">
                <a:ea typeface="+mn-lt"/>
                <a:cs typeface="+mn-lt"/>
              </a:rPr>
              <a:t>, </a:t>
            </a:r>
            <a:r>
              <a:rPr lang="de-DE" sz="1800" err="1">
                <a:ea typeface="+mn-lt"/>
                <a:cs typeface="+mn-lt"/>
              </a:rPr>
              <a:t>pedagogical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guidance</a:t>
            </a:r>
            <a:r>
              <a:rPr lang="de-DE" sz="1800">
                <a:ea typeface="+mn-lt"/>
                <a:cs typeface="+mn-lt"/>
              </a:rPr>
              <a:t>, and </a:t>
            </a:r>
            <a:r>
              <a:rPr lang="de-DE" sz="1800" err="1">
                <a:ea typeface="+mn-lt"/>
                <a:cs typeface="+mn-lt"/>
              </a:rPr>
              <a:t>concrete</a:t>
            </a:r>
            <a:r>
              <a:rPr lang="de-DE" sz="1800">
                <a:ea typeface="+mn-lt"/>
                <a:cs typeface="+mn-lt"/>
              </a:rPr>
              <a:t> problem-</a:t>
            </a:r>
            <a:r>
              <a:rPr lang="de-DE" sz="1800" err="1">
                <a:ea typeface="+mn-lt"/>
                <a:cs typeface="+mn-lt"/>
              </a:rPr>
              <a:t>solving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hints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 panose="020B0604020202020204"/>
            </a:endParaRPr>
          </a:p>
          <a:p>
            <a:pPr>
              <a:lnSpc>
                <a:spcPct val="150000"/>
              </a:lnSpc>
              <a:buChar char="•"/>
            </a:pPr>
            <a:r>
              <a:rPr lang="de-DE" sz="1800" b="1">
                <a:ea typeface="+mn-lt"/>
                <a:cs typeface="+mn-lt"/>
              </a:rPr>
              <a:t> Future Impact: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Process-oriented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analytics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can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sustainably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bridge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the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gap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between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evaluating</a:t>
            </a:r>
            <a:r>
              <a:rPr lang="de-DE" sz="1800">
                <a:ea typeface="+mn-lt"/>
                <a:cs typeface="+mn-lt"/>
              </a:rPr>
              <a:t> final code </a:t>
            </a:r>
            <a:r>
              <a:rPr lang="de-DE" sz="1800" err="1">
                <a:ea typeface="+mn-lt"/>
                <a:cs typeface="+mn-lt"/>
              </a:rPr>
              <a:t>correctness</a:t>
            </a:r>
            <a:r>
              <a:rPr lang="de-DE" sz="1800">
                <a:ea typeface="+mn-lt"/>
                <a:cs typeface="+mn-lt"/>
              </a:rPr>
              <a:t> and </a:t>
            </a:r>
            <a:r>
              <a:rPr lang="de-DE" sz="1800" err="1">
                <a:ea typeface="+mn-lt"/>
                <a:cs typeface="+mn-lt"/>
              </a:rPr>
              <a:t>understanding</a:t>
            </a:r>
            <a:r>
              <a:rPr lang="de-DE" sz="1800">
                <a:ea typeface="+mn-lt"/>
                <a:cs typeface="+mn-lt"/>
              </a:rPr>
              <a:t> individual </a:t>
            </a:r>
            <a:r>
              <a:rPr lang="de-DE" sz="1800" err="1">
                <a:ea typeface="+mn-lt"/>
                <a:cs typeface="+mn-lt"/>
              </a:rPr>
              <a:t>learning</a:t>
            </a:r>
            <a:r>
              <a:rPr lang="de-DE" sz="1800">
                <a:ea typeface="+mn-lt"/>
                <a:cs typeface="+mn-lt"/>
              </a:rPr>
              <a:t> </a:t>
            </a:r>
            <a:r>
              <a:rPr lang="de-DE" sz="1800" err="1">
                <a:ea typeface="+mn-lt"/>
                <a:cs typeface="+mn-lt"/>
              </a:rPr>
              <a:t>paths</a:t>
            </a:r>
            <a:r>
              <a:rPr lang="de-DE" sz="1800">
                <a:ea typeface="+mn-lt"/>
                <a:cs typeface="+mn-lt"/>
              </a:rPr>
              <a:t>.</a:t>
            </a:r>
            <a:endParaRPr lang="de-DE" sz="1800">
              <a:cs typeface="Arial"/>
            </a:endParaRPr>
          </a:p>
          <a:p>
            <a:pPr marL="285750" indent="-285750">
              <a:lnSpc>
                <a:spcPct val="150000"/>
              </a:lnSpc>
              <a:buChar char="•"/>
            </a:pPr>
            <a:endParaRPr lang="de-DE" sz="1800">
              <a:cs typeface="Arial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A5C51DC-DB1B-A6AE-20DE-E35117FFE9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5337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>
                <a:ea typeface="+mn-lt"/>
                <a:cs typeface="+mn-lt"/>
              </a:rPr>
              <a:t>Conclusion</a:t>
            </a:r>
            <a:endParaRPr lang="de-DE" sz="2800" err="1">
              <a:cs typeface="Arial"/>
            </a:endParaRP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E0FF224F-4461-2D7E-2A73-455B8EAFD8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EFD07D-E70C-2414-8235-1C4927E8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5581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69558E2-A301-4EE7-A3A9-CF45353A5B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rPr lang="de-DE">
                <a:cs typeface="Arial"/>
              </a:rPr>
              <a:t>Thank you for your attention!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CA608F-5E1E-41C1-B308-DDFD23A97B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lIns="0" tIns="0" rIns="0" bIns="0" anchor="t"/>
          <a:lstStyle/>
          <a:p>
            <a:r>
              <a:rPr lang="de-DE">
                <a:ea typeface="+mn-lt"/>
                <a:cs typeface="+mn-lt"/>
              </a:rPr>
              <a:t>Arturo Olivares, Lisa Pawlowski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10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C021-E041-2F51-00E2-EF410748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313237B-6EC6-AAD0-3202-EBACF6443C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1098" y="1931376"/>
            <a:ext cx="3028063" cy="394427"/>
          </a:xfrm>
        </p:spPr>
        <p:txBody>
          <a:bodyPr lIns="0" tIns="45720" rIns="91440" bIns="45720" anchor="t">
            <a:noAutofit/>
          </a:bodyPr>
          <a:lstStyle/>
          <a:p>
            <a:endParaRPr lang="de-DE" sz="1800">
              <a:solidFill>
                <a:srgbClr val="004C93"/>
              </a:solidFill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417AC5-8E29-071E-ABD1-F8F4386429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63231" y="1316089"/>
            <a:ext cx="10190863" cy="5020787"/>
          </a:xfrm>
        </p:spPr>
        <p:txBody>
          <a:bodyPr lIns="0" tIns="0" rIns="0" bIns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[1]</a:t>
            </a:r>
            <a:r>
              <a:rPr lang="de-DE" sz="900">
                <a:ea typeface="+mn-lt"/>
                <a:cs typeface="+mn-lt"/>
              </a:rPr>
              <a:t> Cai, Z., et al. 2025. Jupyter Analytics: A Toolkit for Collecting, Analyzing, and Visualizing Distributed Student Activity in Jupyter Notebooks. </a:t>
            </a:r>
            <a:endParaRPr lang="en-US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[2]</a:t>
            </a:r>
            <a:r>
              <a:rPr lang="de-DE" sz="900">
                <a:ea typeface="+mn-lt"/>
                <a:cs typeface="+mn-lt"/>
              </a:rPr>
              <a:t> Chu, A., et al. 2019. Usability of learning moment: features of an E-learning tool that maximize adoption by students.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[3]</a:t>
            </a:r>
            <a:r>
              <a:rPr lang="de-DE" sz="900">
                <a:ea typeface="+mn-lt"/>
                <a:cs typeface="+mn-lt"/>
              </a:rPr>
              <a:t> Corrin, L., &amp; De Barba, P. 2014. Exploring students interpretation of feedback delivered through learning analytics dashboards.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[4]</a:t>
            </a:r>
            <a:r>
              <a:rPr lang="de-DE" sz="900">
                <a:ea typeface="+mn-lt"/>
                <a:cs typeface="+mn-lt"/>
              </a:rPr>
              <a:t> Cronbach, L. J. 1951. Coefficient alpha and the internal structure of tests.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[5]</a:t>
            </a:r>
            <a:r>
              <a:rPr lang="de-DE" sz="900">
                <a:ea typeface="+mn-lt"/>
                <a:cs typeface="+mn-lt"/>
              </a:rPr>
              <a:t> Davis, F. D., et al. 1989. Technology acceptance model: TAM.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[6]</a:t>
            </a:r>
            <a:r>
              <a:rPr lang="de-DE" sz="900">
                <a:ea typeface="+mn-lt"/>
                <a:cs typeface="+mn-lt"/>
              </a:rPr>
              <a:t> de Santana, T. L., et al. 2022. Bug Analysis in Jupyter Notebook Projects: An Empirical Study.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[7]</a:t>
            </a:r>
            <a:r>
              <a:rPr lang="de-DE" sz="900">
                <a:ea typeface="+mn-lt"/>
                <a:cs typeface="+mn-lt"/>
              </a:rPr>
              <a:t> German UPA. 2026. System Usability Scale (SUS).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[8]</a:t>
            </a:r>
            <a:r>
              <a:rPr lang="de-DE" sz="900">
                <a:ea typeface="+mn-lt"/>
                <a:cs typeface="+mn-lt"/>
              </a:rPr>
              <a:t> Groher, I., et al. 2024. A Learning Analytics Dashboard for Improved Learning Outcomes and Diversity in Programming Classes.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[9]</a:t>
            </a:r>
            <a:r>
              <a:rPr lang="de-DE" sz="900">
                <a:ea typeface="+mn-lt"/>
                <a:cs typeface="+mn-lt"/>
              </a:rPr>
              <a:t> Hart, S. G., &amp; Staveland, L. E. 1988. Development of NASA-TLX (Task Load Index): Results of empirical and theoretical research. </a:t>
            </a: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[10]</a:t>
            </a:r>
            <a:r>
              <a:rPr lang="de-DE" sz="900">
                <a:ea typeface="+mn-lt"/>
                <a:cs typeface="+mn-lt"/>
              </a:rPr>
              <a:t> Hertzum, M. 2021. Reference values and subscale patterns for the task load index (TLX): a meta-analytic review.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[11]</a:t>
            </a:r>
            <a:r>
              <a:rPr lang="de-DE" sz="900">
                <a:ea typeface="+mn-lt"/>
                <a:cs typeface="+mn-lt"/>
              </a:rPr>
              <a:t> Masrom, M. 2007. Technology acceptance model and e-learning.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[12]</a:t>
            </a:r>
            <a:r>
              <a:rPr lang="de-DE" sz="900">
                <a:ea typeface="+mn-lt"/>
                <a:cs typeface="+mn-lt"/>
              </a:rPr>
              <a:t> Paulsen, L., &amp; Lindsay, E. 2024. Learning analytics dashboards are increasingly becoming about learning and not just analytics-A systematic review.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[13]</a:t>
            </a:r>
            <a:r>
              <a:rPr lang="de-DE" sz="900">
                <a:ea typeface="+mn-lt"/>
                <a:cs typeface="+mn-lt"/>
              </a:rPr>
              <a:t> Perkel, J. M. 2018. Why Jupyter is data scientists computational notebook of choice.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[14]</a:t>
            </a:r>
            <a:r>
              <a:rPr lang="de-DE" sz="900">
                <a:ea typeface="+mn-lt"/>
                <a:cs typeface="+mn-lt"/>
              </a:rPr>
              <a:t> Project Jupyter. 2024. JupyterLab Extension Tutorial.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[15]</a:t>
            </a:r>
            <a:r>
              <a:rPr lang="de-DE" sz="900">
                <a:ea typeface="+mn-lt"/>
                <a:cs typeface="+mn-lt"/>
              </a:rPr>
              <a:t> Project Jupyter. 2024. jupyterlab/extension-template: A cookiecutter template for creating a JupyterLab extension.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[16]</a:t>
            </a:r>
            <a:r>
              <a:rPr lang="de-DE" sz="900">
                <a:ea typeface="+mn-lt"/>
                <a:cs typeface="+mn-lt"/>
              </a:rPr>
              <a:t> Robinson, D., et al. 2022. Error identification strategies for Python Jupyter notebooks.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[17]</a:t>
            </a:r>
            <a:r>
              <a:rPr lang="de-DE" sz="900">
                <a:ea typeface="+mn-lt"/>
                <a:cs typeface="+mn-lt"/>
              </a:rPr>
              <a:t> Rodriguez-Triana, M. J., et al. 2017. Monitoring, awareness and reflection in blended technology enhanced learning: a systematic review.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[18]</a:t>
            </a:r>
            <a:r>
              <a:rPr lang="de-DE" sz="900">
                <a:ea typeface="+mn-lt"/>
                <a:cs typeface="+mn-lt"/>
              </a:rPr>
              <a:t> Schwendimann, B. A., et al. 2016. Perceiving learning at a glance: A systematic literature review of learning dashboard research.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[19]</a:t>
            </a:r>
            <a:r>
              <a:rPr lang="de-DE" sz="900">
                <a:ea typeface="+mn-lt"/>
                <a:cs typeface="+mn-lt"/>
              </a:rPr>
              <a:t> Sondagar, J. J. 2021. E-Learning - Analytics using Jupyter Notebooks. </a:t>
            </a:r>
            <a:endParaRPr lang="de-DE" sz="900">
              <a:cs typeface="Arial"/>
            </a:endParaRPr>
          </a:p>
          <a:p>
            <a:pPr>
              <a:lnSpc>
                <a:spcPct val="120000"/>
              </a:lnSpc>
            </a:pPr>
            <a:r>
              <a:rPr lang="de-DE" sz="900" b="1">
                <a:ea typeface="+mn-lt"/>
                <a:cs typeface="+mn-lt"/>
              </a:rPr>
              <a:t>[20]</a:t>
            </a:r>
            <a:r>
              <a:rPr lang="de-DE" sz="900">
                <a:ea typeface="+mn-lt"/>
                <a:cs typeface="+mn-lt"/>
              </a:rPr>
              <a:t> Valle Torre, M., et al. 2025. JELAI: Integrating AI and Learning Analytics in Jupyter Notebooks.</a:t>
            </a:r>
          </a:p>
          <a:p>
            <a:pPr>
              <a:buChar char="•"/>
            </a:pPr>
            <a:endParaRPr lang="de-DE" sz="1800">
              <a:cs typeface="Arial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F4572F-A02D-0A94-0F93-76E3AB277F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5337" y="744687"/>
            <a:ext cx="9807531" cy="563414"/>
          </a:xfrm>
        </p:spPr>
        <p:txBody>
          <a:bodyPr lIns="0" tIns="0" rIns="0" bIns="0" anchor="t">
            <a:normAutofit/>
          </a:bodyPr>
          <a:lstStyle/>
          <a:p>
            <a:r>
              <a:rPr lang="de-DE" sz="2800">
                <a:ea typeface="+mn-lt"/>
                <a:cs typeface="+mn-lt"/>
              </a:rPr>
              <a:t>References</a:t>
            </a:r>
            <a:endParaRPr lang="de-DE" sz="2800">
              <a:cs typeface="Arial"/>
            </a:endParaRPr>
          </a:p>
          <a:p>
            <a:endParaRPr lang="de-DE" sz="2800">
              <a:cs typeface="Arial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B43EB273-C607-64AA-556C-43D9DE3386D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290FE3-1E38-4C48-907E-9E2C25AEE580}" type="datetime1">
              <a:rPr lang="de-DE" smtClean="0"/>
              <a:t>25.02.2026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4330A2-EAAA-75A0-642E-624339674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2489073"/>
      </p:ext>
    </p:extLst>
  </p:cSld>
  <p:clrMapOvr>
    <a:masterClrMapping/>
  </p:clrMapOvr>
</p:sld>
</file>

<file path=ppt/theme/theme1.xml><?xml version="1.0" encoding="utf-8"?>
<a:theme xmlns:a="http://schemas.openxmlformats.org/drawingml/2006/main" name="Allgemeine Folien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DE-20-0003 PPT ÜBERARBEITUNG RZ" id="{A3077141-3387-AE4A-B558-E37B166E368A}" vid="{001D1036-8C35-4B4A-BF8F-3409DA0C2135}"/>
    </a:ext>
  </a:extLst>
</a:theme>
</file>

<file path=ppt/theme/theme2.xml><?xml version="1.0" encoding="utf-8"?>
<a:theme xmlns:a="http://schemas.openxmlformats.org/drawingml/2006/main" name="Inhaltsfolien (Schlicht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DE-20-0003 PPT ÜBERARBEITUNG RZ" id="{A3077141-3387-AE4A-B558-E37B166E368A}" vid="{DF5886AA-A43E-B246-BD49-51AE21586EFF}"/>
    </a:ext>
  </a:extLst>
</a:theme>
</file>

<file path=ppt/theme/theme3.xml><?xml version="1.0" encoding="utf-8"?>
<a:theme xmlns:a="http://schemas.openxmlformats.org/drawingml/2006/main" name="Inhaltsfolien (Schmuck)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DE-20-0003 PPT ÜBERARBEITUNG RZ" id="{A3077141-3387-AE4A-B558-E37B166E368A}" vid="{92C61122-91CB-9C49-B978-D45E0BE0A61C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Allgemeine Folien</vt:lpstr>
      <vt:lpstr>Inhaltsfolien (Schlicht)</vt:lpstr>
      <vt:lpstr>Inhaltsfolien (Schmuck)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revision>1</cp:revision>
  <dcterms:created xsi:type="dcterms:W3CDTF">2020-12-09T14:30:18Z</dcterms:created>
  <dcterms:modified xsi:type="dcterms:W3CDTF">2026-02-25T16:19:15Z</dcterms:modified>
</cp:coreProperties>
</file>