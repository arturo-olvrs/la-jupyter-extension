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144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787"/>
    <a:srgbClr val="FF5757"/>
    <a:srgbClr val="FF6BAB"/>
    <a:srgbClr val="FFFF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750530-2086-1A9E-17CE-EF44483773C2}" v="1002" dt="2026-02-25T17:50:13.736"/>
    <p1510:client id="{FDFC1AC8-C2C3-0493-EABB-314585ABF38D}" v="1748" dt="2026-02-25T18:11:30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uro Olivares Martos" userId="S::arturo.olivares@stud.uni-due.de::defb8006-7969-45f9-9bf3-3765a406ff58" providerId="AD" clId="Web-{FDFC1AC8-C2C3-0493-EABB-314585ABF38D}"/>
    <pc:docChg chg="mod modSld modMainMaster setSldSz">
      <pc:chgData name="Arturo Olivares Martos" userId="S::arturo.olivares@stud.uni-due.de::defb8006-7969-45f9-9bf3-3765a406ff58" providerId="AD" clId="Web-{FDFC1AC8-C2C3-0493-EABB-314585ABF38D}" dt="2026-02-25T18:11:30.759" v="1023" actId="14100"/>
      <pc:docMkLst>
        <pc:docMk/>
      </pc:docMkLst>
      <pc:sldChg chg="addSp delSp modSp">
        <pc:chgData name="Arturo Olivares Martos" userId="S::arturo.olivares@stud.uni-due.de::defb8006-7969-45f9-9bf3-3765a406ff58" providerId="AD" clId="Web-{FDFC1AC8-C2C3-0493-EABB-314585ABF38D}" dt="2026-02-25T18:11:30.759" v="1023" actId="14100"/>
        <pc:sldMkLst>
          <pc:docMk/>
          <pc:sldMk cId="2406273178" sldId="256"/>
        </pc:sldMkLst>
        <pc:spChg chg="del">
          <ac:chgData name="Arturo Olivares Martos" userId="S::arturo.olivares@stud.uni-due.de::defb8006-7969-45f9-9bf3-3765a406ff58" providerId="AD" clId="Web-{FDFC1AC8-C2C3-0493-EABB-314585ABF38D}" dt="2026-02-25T17:03:52.874" v="0"/>
          <ac:spMkLst>
            <pc:docMk/>
            <pc:sldMk cId="2406273178" sldId="256"/>
            <ac:spMk id="3" creationId="{00000000-0000-0000-0000-000000000000}"/>
          </ac:spMkLst>
        </pc:spChg>
        <pc:spChg chg="add del">
          <ac:chgData name="Arturo Olivares Martos" userId="S::arturo.olivares@stud.uni-due.de::defb8006-7969-45f9-9bf3-3765a406ff58" providerId="AD" clId="Web-{FDFC1AC8-C2C3-0493-EABB-314585ABF38D}" dt="2026-02-25T17:05:33.971" v="2"/>
          <ac:spMkLst>
            <pc:docMk/>
            <pc:sldMk cId="2406273178" sldId="256"/>
            <ac:spMk id="4" creationId="{BD35A70D-4F6B-58C2-461F-DBCF26548FDF}"/>
          </ac:spMkLst>
        </pc:spChg>
        <pc:spChg chg="add mod">
          <ac:chgData name="Arturo Olivares Martos" userId="S::arturo.olivares@stud.uni-due.de::defb8006-7969-45f9-9bf3-3765a406ff58" providerId="AD" clId="Web-{FDFC1AC8-C2C3-0493-EABB-314585ABF38D}" dt="2026-02-25T18:04:40.234" v="902" actId="1076"/>
          <ac:spMkLst>
            <pc:docMk/>
            <pc:sldMk cId="2406273178" sldId="256"/>
            <ac:spMk id="5" creationId="{358A509A-908C-5BCF-B6AC-5D978B3CF2FC}"/>
          </ac:spMkLst>
        </pc:spChg>
        <pc:spChg chg="add mod">
          <ac:chgData name="Arturo Olivares Martos" userId="S::arturo.olivares@stud.uni-due.de::defb8006-7969-45f9-9bf3-3765a406ff58" providerId="AD" clId="Web-{FDFC1AC8-C2C3-0493-EABB-314585ABF38D}" dt="2026-02-25T18:07:45.828" v="967" actId="1076"/>
          <ac:spMkLst>
            <pc:docMk/>
            <pc:sldMk cId="2406273178" sldId="256"/>
            <ac:spMk id="6" creationId="{24386C2D-E490-FF17-B9F9-38C5142FCE94}"/>
          </ac:spMkLst>
        </pc:spChg>
        <pc:spChg chg="add mod">
          <ac:chgData name="Arturo Olivares Martos" userId="S::arturo.olivares@stud.uni-due.de::defb8006-7969-45f9-9bf3-3765a406ff58" providerId="AD" clId="Web-{FDFC1AC8-C2C3-0493-EABB-314585ABF38D}" dt="2026-02-25T18:07:45.859" v="968" actId="1076"/>
          <ac:spMkLst>
            <pc:docMk/>
            <pc:sldMk cId="2406273178" sldId="256"/>
            <ac:spMk id="7" creationId="{309B550B-C40F-EADD-F73E-707D13582F52}"/>
          </ac:spMkLst>
        </pc:spChg>
        <pc:spChg chg="add mod">
          <ac:chgData name="Arturo Olivares Martos" userId="S::arturo.olivares@stud.uni-due.de::defb8006-7969-45f9-9bf3-3765a406ff58" providerId="AD" clId="Web-{FDFC1AC8-C2C3-0493-EABB-314585ABF38D}" dt="2026-02-25T18:07:45.906" v="969" actId="1076"/>
          <ac:spMkLst>
            <pc:docMk/>
            <pc:sldMk cId="2406273178" sldId="256"/>
            <ac:spMk id="8" creationId="{F205BC9F-CE87-BC0D-D3E6-065ADBEB8B29}"/>
          </ac:spMkLst>
        </pc:spChg>
        <pc:spChg chg="add mod">
          <ac:chgData name="Arturo Olivares Martos" userId="S::arturo.olivares@stud.uni-due.de::defb8006-7969-45f9-9bf3-3765a406ff58" providerId="AD" clId="Web-{FDFC1AC8-C2C3-0493-EABB-314585ABF38D}" dt="2026-02-25T18:07:45.953" v="970" actId="1076"/>
          <ac:spMkLst>
            <pc:docMk/>
            <pc:sldMk cId="2406273178" sldId="256"/>
            <ac:spMk id="9" creationId="{89440BA6-A6EE-D510-7C14-837C9D25D4ED}"/>
          </ac:spMkLst>
        </pc:spChg>
        <pc:spChg chg="add mod">
          <ac:chgData name="Arturo Olivares Martos" userId="S::arturo.olivares@stud.uni-due.de::defb8006-7969-45f9-9bf3-3765a406ff58" providerId="AD" clId="Web-{FDFC1AC8-C2C3-0493-EABB-314585ABF38D}" dt="2026-02-25T18:07:45.984" v="971" actId="1076"/>
          <ac:spMkLst>
            <pc:docMk/>
            <pc:sldMk cId="2406273178" sldId="256"/>
            <ac:spMk id="10" creationId="{8A986DDF-5E4E-0364-0F14-2DB0410D2F8E}"/>
          </ac:spMkLst>
        </pc:spChg>
        <pc:spChg chg="add del mod">
          <ac:chgData name="Arturo Olivares Martos" userId="S::arturo.olivares@stud.uni-due.de::defb8006-7969-45f9-9bf3-3765a406ff58" providerId="AD" clId="Web-{FDFC1AC8-C2C3-0493-EABB-314585ABF38D}" dt="2026-02-25T18:07:46.031" v="972" actId="1076"/>
          <ac:spMkLst>
            <pc:docMk/>
            <pc:sldMk cId="2406273178" sldId="256"/>
            <ac:spMk id="11" creationId="{FE055C50-4DF5-3C19-022C-DA52ACC9EF21}"/>
          </ac:spMkLst>
        </pc:spChg>
        <pc:spChg chg="add mod">
          <ac:chgData name="Arturo Olivares Martos" userId="S::arturo.olivares@stud.uni-due.de::defb8006-7969-45f9-9bf3-3765a406ff58" providerId="AD" clId="Web-{FDFC1AC8-C2C3-0493-EABB-314585ABF38D}" dt="2026-02-25T18:09:24.254" v="988" actId="1076"/>
          <ac:spMkLst>
            <pc:docMk/>
            <pc:sldMk cId="2406273178" sldId="256"/>
            <ac:spMk id="13" creationId="{D48813B1-F1A3-8042-7CBC-278343DB3145}"/>
          </ac:spMkLst>
        </pc:spChg>
        <pc:spChg chg="add mod">
          <ac:chgData name="Arturo Olivares Martos" userId="S::arturo.olivares@stud.uni-due.de::defb8006-7969-45f9-9bf3-3765a406ff58" providerId="AD" clId="Web-{FDFC1AC8-C2C3-0493-EABB-314585ABF38D}" dt="2026-02-25T18:09:07.191" v="985" actId="1076"/>
          <ac:spMkLst>
            <pc:docMk/>
            <pc:sldMk cId="2406273178" sldId="256"/>
            <ac:spMk id="14" creationId="{6352CD51-9BF1-2C80-5970-D3B3AA206A20}"/>
          </ac:spMkLst>
        </pc:spChg>
        <pc:spChg chg="add mod">
          <ac:chgData name="Arturo Olivares Martos" userId="S::arturo.olivares@stud.uni-due.de::defb8006-7969-45f9-9bf3-3765a406ff58" providerId="AD" clId="Web-{FDFC1AC8-C2C3-0493-EABB-314585ABF38D}" dt="2026-02-25T18:09:59.647" v="993" actId="1076"/>
          <ac:spMkLst>
            <pc:docMk/>
            <pc:sldMk cId="2406273178" sldId="256"/>
            <ac:spMk id="15" creationId="{D454FA05-FB87-051D-69D7-E439B6D205D0}"/>
          </ac:spMkLst>
        </pc:spChg>
        <pc:spChg chg="add mod">
          <ac:chgData name="Arturo Olivares Martos" userId="S::arturo.olivares@stud.uni-due.de::defb8006-7969-45f9-9bf3-3765a406ff58" providerId="AD" clId="Web-{FDFC1AC8-C2C3-0493-EABB-314585ABF38D}" dt="2026-02-25T18:10:18.616" v="998" actId="14100"/>
          <ac:spMkLst>
            <pc:docMk/>
            <pc:sldMk cId="2406273178" sldId="256"/>
            <ac:spMk id="16" creationId="{7FA9A9A9-EAF8-7A73-E5A5-8F86FC5C0500}"/>
          </ac:spMkLst>
        </pc:spChg>
        <pc:spChg chg="add mod">
          <ac:chgData name="Arturo Olivares Martos" userId="S::arturo.olivares@stud.uni-due.de::defb8006-7969-45f9-9bf3-3765a406ff58" providerId="AD" clId="Web-{FDFC1AC8-C2C3-0493-EABB-314585ABF38D}" dt="2026-02-25T18:10:46.773" v="1011" actId="1076"/>
          <ac:spMkLst>
            <pc:docMk/>
            <pc:sldMk cId="2406273178" sldId="256"/>
            <ac:spMk id="17" creationId="{A8EDF7AF-3B08-09C7-296C-C0DC335E7E7D}"/>
          </ac:spMkLst>
        </pc:spChg>
        <pc:spChg chg="add mod">
          <ac:chgData name="Arturo Olivares Martos" userId="S::arturo.olivares@stud.uni-due.de::defb8006-7969-45f9-9bf3-3765a406ff58" providerId="AD" clId="Web-{FDFC1AC8-C2C3-0493-EABB-314585ABF38D}" dt="2026-02-25T18:10:55.680" v="1014" actId="14100"/>
          <ac:spMkLst>
            <pc:docMk/>
            <pc:sldMk cId="2406273178" sldId="256"/>
            <ac:spMk id="18" creationId="{58360B92-9DBA-2775-BF93-BAB97554E799}"/>
          </ac:spMkLst>
        </pc:spChg>
        <pc:spChg chg="add mod">
          <ac:chgData name="Arturo Olivares Martos" userId="S::arturo.olivares@stud.uni-due.de::defb8006-7969-45f9-9bf3-3765a406ff58" providerId="AD" clId="Web-{FDFC1AC8-C2C3-0493-EABB-314585ABF38D}" dt="2026-02-25T18:11:30.759" v="1023" actId="14100"/>
          <ac:spMkLst>
            <pc:docMk/>
            <pc:sldMk cId="2406273178" sldId="256"/>
            <ac:spMk id="19" creationId="{D5ACAE08-1657-CCA3-27CD-CC61D291E766}"/>
          </ac:spMkLst>
        </pc:spChg>
        <pc:cxnChg chg="add del mod">
          <ac:chgData name="Arturo Olivares Martos" userId="S::arturo.olivares@stud.uni-due.de::defb8006-7969-45f9-9bf3-3765a406ff58" providerId="AD" clId="Web-{FDFC1AC8-C2C3-0493-EABB-314585ABF38D}" dt="2026-02-25T18:08:11.595" v="976"/>
          <ac:cxnSpMkLst>
            <pc:docMk/>
            <pc:sldMk cId="2406273178" sldId="256"/>
            <ac:cxnSpMk id="12" creationId="{D90661FA-06CD-58EC-809D-9AE809C725A2}"/>
          </ac:cxnSpMkLst>
        </pc:cxnChg>
      </pc:sldChg>
      <pc:sldMasterChg chg="modSp modSldLayout">
        <pc:chgData name="Arturo Olivares Martos" userId="S::arturo.olivares@stud.uni-due.de::defb8006-7969-45f9-9bf3-3765a406ff58" providerId="AD" clId="Web-{FDFC1AC8-C2C3-0493-EABB-314585ABF38D}" dt="2026-02-25T17:17:37.157" v="181"/>
        <pc:sldMasterMkLst>
          <pc:docMk/>
          <pc:sldMasterMk cId="2933118997" sldId="2147483648"/>
        </pc:sldMasterMkLst>
        <pc:spChg chg="mod">
          <ac:chgData name="Arturo Olivares Martos" userId="S::arturo.olivares@stud.uni-due.de::defb8006-7969-45f9-9bf3-3765a406ff58" providerId="AD" clId="Web-{FDFC1AC8-C2C3-0493-EABB-314585ABF38D}" dt="2026-02-25T17:17:37.157" v="181"/>
          <ac:spMkLst>
            <pc:docMk/>
            <pc:sldMasterMk cId="2933118997" sldId="2147483648"/>
            <ac:spMk id="2" creationId="{00000000-0000-0000-0000-000000000000}"/>
          </ac:spMkLst>
        </pc:spChg>
        <pc:spChg chg="mod">
          <ac:chgData name="Arturo Olivares Martos" userId="S::arturo.olivares@stud.uni-due.de::defb8006-7969-45f9-9bf3-3765a406ff58" providerId="AD" clId="Web-{FDFC1AC8-C2C3-0493-EABB-314585ABF38D}" dt="2026-02-25T17:17:37.157" v="181"/>
          <ac:spMkLst>
            <pc:docMk/>
            <pc:sldMasterMk cId="2933118997" sldId="2147483648"/>
            <ac:spMk id="3" creationId="{00000000-0000-0000-0000-000000000000}"/>
          </ac:spMkLst>
        </pc:spChg>
        <pc:spChg chg="mod">
          <ac:chgData name="Arturo Olivares Martos" userId="S::arturo.olivares@stud.uni-due.de::defb8006-7969-45f9-9bf3-3765a406ff58" providerId="AD" clId="Web-{FDFC1AC8-C2C3-0493-EABB-314585ABF38D}" dt="2026-02-25T17:17:37.157" v="181"/>
          <ac:spMkLst>
            <pc:docMk/>
            <pc:sldMasterMk cId="2933118997" sldId="2147483648"/>
            <ac:spMk id="4" creationId="{00000000-0000-0000-0000-000000000000}"/>
          </ac:spMkLst>
        </pc:spChg>
        <pc:spChg chg="mod">
          <ac:chgData name="Arturo Olivares Martos" userId="S::arturo.olivares@stud.uni-due.de::defb8006-7969-45f9-9bf3-3765a406ff58" providerId="AD" clId="Web-{FDFC1AC8-C2C3-0493-EABB-314585ABF38D}" dt="2026-02-25T17:17:37.157" v="181"/>
          <ac:spMkLst>
            <pc:docMk/>
            <pc:sldMasterMk cId="2933118997" sldId="2147483648"/>
            <ac:spMk id="5" creationId="{00000000-0000-0000-0000-000000000000}"/>
          </ac:spMkLst>
        </pc:spChg>
        <pc:spChg chg="mod">
          <ac:chgData name="Arturo Olivares Martos" userId="S::arturo.olivares@stud.uni-due.de::defb8006-7969-45f9-9bf3-3765a406ff58" providerId="AD" clId="Web-{FDFC1AC8-C2C3-0493-EABB-314585ABF38D}" dt="2026-02-25T17:17:37.157" v="181"/>
          <ac:spMkLst>
            <pc:docMk/>
            <pc:sldMasterMk cId="2933118997" sldId="2147483648"/>
            <ac:spMk id="6" creationId="{00000000-0000-0000-0000-000000000000}"/>
          </ac:spMkLst>
        </pc:spChg>
        <pc:sldLayoutChg chg="modSp">
          <pc:chgData name="Arturo Olivares Martos" userId="S::arturo.olivares@stud.uni-due.de::defb8006-7969-45f9-9bf3-3765a406ff58" providerId="AD" clId="Web-{FDFC1AC8-C2C3-0493-EABB-314585ABF38D}" dt="2026-02-25T17:17:37.157" v="181"/>
          <pc:sldLayoutMkLst>
            <pc:docMk/>
            <pc:sldMasterMk cId="2933118997" sldId="2147483648"/>
            <pc:sldLayoutMk cId="2288191458" sldId="2147483649"/>
          </pc:sldLayoutMkLst>
          <pc:spChg chg="mod">
            <ac:chgData name="Arturo Olivares Martos" userId="S::arturo.olivares@stud.uni-due.de::defb8006-7969-45f9-9bf3-3765a406ff58" providerId="AD" clId="Web-{FDFC1AC8-C2C3-0493-EABB-314585ABF38D}" dt="2026-02-25T17:17:37.157" v="181"/>
            <ac:spMkLst>
              <pc:docMk/>
              <pc:sldMasterMk cId="2933118997" sldId="2147483648"/>
              <pc:sldLayoutMk cId="2288191458" sldId="2147483649"/>
              <ac:spMk id="2" creationId="{00000000-0000-0000-0000-000000000000}"/>
            </ac:spMkLst>
          </pc:spChg>
          <pc:spChg chg="mod">
            <ac:chgData name="Arturo Olivares Martos" userId="S::arturo.olivares@stud.uni-due.de::defb8006-7969-45f9-9bf3-3765a406ff58" providerId="AD" clId="Web-{FDFC1AC8-C2C3-0493-EABB-314585ABF38D}" dt="2026-02-25T17:17:37.157" v="181"/>
            <ac:spMkLst>
              <pc:docMk/>
              <pc:sldMasterMk cId="2933118997" sldId="2147483648"/>
              <pc:sldLayoutMk cId="2288191458" sldId="2147483649"/>
              <ac:spMk id="3" creationId="{00000000-0000-0000-0000-000000000000}"/>
            </ac:spMkLst>
          </pc:spChg>
        </pc:sldLayoutChg>
        <pc:sldLayoutChg chg="modSp">
          <pc:chgData name="Arturo Olivares Martos" userId="S::arturo.olivares@stud.uni-due.de::defb8006-7969-45f9-9bf3-3765a406ff58" providerId="AD" clId="Web-{FDFC1AC8-C2C3-0493-EABB-314585ABF38D}" dt="2026-02-25T17:17:37.157" v="181"/>
          <pc:sldLayoutMkLst>
            <pc:docMk/>
            <pc:sldMasterMk cId="2933118997" sldId="2147483648"/>
            <pc:sldLayoutMk cId="2339700568" sldId="2147483651"/>
          </pc:sldLayoutMkLst>
          <pc:spChg chg="mod">
            <ac:chgData name="Arturo Olivares Martos" userId="S::arturo.olivares@stud.uni-due.de::defb8006-7969-45f9-9bf3-3765a406ff58" providerId="AD" clId="Web-{FDFC1AC8-C2C3-0493-EABB-314585ABF38D}" dt="2026-02-25T17:17:37.157" v="181"/>
            <ac:spMkLst>
              <pc:docMk/>
              <pc:sldMasterMk cId="2933118997" sldId="2147483648"/>
              <pc:sldLayoutMk cId="2339700568" sldId="2147483651"/>
              <ac:spMk id="2" creationId="{00000000-0000-0000-0000-000000000000}"/>
            </ac:spMkLst>
          </pc:spChg>
          <pc:spChg chg="mod">
            <ac:chgData name="Arturo Olivares Martos" userId="S::arturo.olivares@stud.uni-due.de::defb8006-7969-45f9-9bf3-3765a406ff58" providerId="AD" clId="Web-{FDFC1AC8-C2C3-0493-EABB-314585ABF38D}" dt="2026-02-25T17:17:37.157" v="181"/>
            <ac:spMkLst>
              <pc:docMk/>
              <pc:sldMasterMk cId="2933118997" sldId="2147483648"/>
              <pc:sldLayoutMk cId="2339700568" sldId="2147483651"/>
              <ac:spMk id="3" creationId="{00000000-0000-0000-0000-000000000000}"/>
            </ac:spMkLst>
          </pc:spChg>
        </pc:sldLayoutChg>
        <pc:sldLayoutChg chg="modSp">
          <pc:chgData name="Arturo Olivares Martos" userId="S::arturo.olivares@stud.uni-due.de::defb8006-7969-45f9-9bf3-3765a406ff58" providerId="AD" clId="Web-{FDFC1AC8-C2C3-0493-EABB-314585ABF38D}" dt="2026-02-25T17:17:37.157" v="181"/>
          <pc:sldLayoutMkLst>
            <pc:docMk/>
            <pc:sldMasterMk cId="2933118997" sldId="2147483648"/>
            <pc:sldLayoutMk cId="979029867" sldId="2147483652"/>
          </pc:sldLayoutMkLst>
          <pc:spChg chg="mod">
            <ac:chgData name="Arturo Olivares Martos" userId="S::arturo.olivares@stud.uni-due.de::defb8006-7969-45f9-9bf3-3765a406ff58" providerId="AD" clId="Web-{FDFC1AC8-C2C3-0493-EABB-314585ABF38D}" dt="2026-02-25T17:17:37.157" v="181"/>
            <ac:spMkLst>
              <pc:docMk/>
              <pc:sldMasterMk cId="2933118997" sldId="2147483648"/>
              <pc:sldLayoutMk cId="979029867" sldId="2147483652"/>
              <ac:spMk id="3" creationId="{00000000-0000-0000-0000-000000000000}"/>
            </ac:spMkLst>
          </pc:spChg>
          <pc:spChg chg="mod">
            <ac:chgData name="Arturo Olivares Martos" userId="S::arturo.olivares@stud.uni-due.de::defb8006-7969-45f9-9bf3-3765a406ff58" providerId="AD" clId="Web-{FDFC1AC8-C2C3-0493-EABB-314585ABF38D}" dt="2026-02-25T17:17:37.157" v="181"/>
            <ac:spMkLst>
              <pc:docMk/>
              <pc:sldMasterMk cId="2933118997" sldId="2147483648"/>
              <pc:sldLayoutMk cId="979029867" sldId="2147483652"/>
              <ac:spMk id="4" creationId="{00000000-0000-0000-0000-000000000000}"/>
            </ac:spMkLst>
          </pc:spChg>
        </pc:sldLayoutChg>
        <pc:sldLayoutChg chg="modSp">
          <pc:chgData name="Arturo Olivares Martos" userId="S::arturo.olivares@stud.uni-due.de::defb8006-7969-45f9-9bf3-3765a406ff58" providerId="AD" clId="Web-{FDFC1AC8-C2C3-0493-EABB-314585ABF38D}" dt="2026-02-25T17:17:37.157" v="181"/>
          <pc:sldLayoutMkLst>
            <pc:docMk/>
            <pc:sldMasterMk cId="2933118997" sldId="2147483648"/>
            <pc:sldLayoutMk cId="1752394269" sldId="2147483653"/>
          </pc:sldLayoutMkLst>
          <pc:spChg chg="mod">
            <ac:chgData name="Arturo Olivares Martos" userId="S::arturo.olivares@stud.uni-due.de::defb8006-7969-45f9-9bf3-3765a406ff58" providerId="AD" clId="Web-{FDFC1AC8-C2C3-0493-EABB-314585ABF38D}" dt="2026-02-25T17:17:37.157" v="181"/>
            <ac:spMkLst>
              <pc:docMk/>
              <pc:sldMasterMk cId="2933118997" sldId="2147483648"/>
              <pc:sldLayoutMk cId="1752394269" sldId="2147483653"/>
              <ac:spMk id="2" creationId="{00000000-0000-0000-0000-000000000000}"/>
            </ac:spMkLst>
          </pc:spChg>
          <pc:spChg chg="mod">
            <ac:chgData name="Arturo Olivares Martos" userId="S::arturo.olivares@stud.uni-due.de::defb8006-7969-45f9-9bf3-3765a406ff58" providerId="AD" clId="Web-{FDFC1AC8-C2C3-0493-EABB-314585ABF38D}" dt="2026-02-25T17:17:37.157" v="181"/>
            <ac:spMkLst>
              <pc:docMk/>
              <pc:sldMasterMk cId="2933118997" sldId="2147483648"/>
              <pc:sldLayoutMk cId="1752394269" sldId="2147483653"/>
              <ac:spMk id="3" creationId="{00000000-0000-0000-0000-000000000000}"/>
            </ac:spMkLst>
          </pc:spChg>
          <pc:spChg chg="mod">
            <ac:chgData name="Arturo Olivares Martos" userId="S::arturo.olivares@stud.uni-due.de::defb8006-7969-45f9-9bf3-3765a406ff58" providerId="AD" clId="Web-{FDFC1AC8-C2C3-0493-EABB-314585ABF38D}" dt="2026-02-25T17:17:37.157" v="181"/>
            <ac:spMkLst>
              <pc:docMk/>
              <pc:sldMasterMk cId="2933118997" sldId="2147483648"/>
              <pc:sldLayoutMk cId="1752394269" sldId="2147483653"/>
              <ac:spMk id="4" creationId="{00000000-0000-0000-0000-000000000000}"/>
            </ac:spMkLst>
          </pc:spChg>
          <pc:spChg chg="mod">
            <ac:chgData name="Arturo Olivares Martos" userId="S::arturo.olivares@stud.uni-due.de::defb8006-7969-45f9-9bf3-3765a406ff58" providerId="AD" clId="Web-{FDFC1AC8-C2C3-0493-EABB-314585ABF38D}" dt="2026-02-25T17:17:37.157" v="181"/>
            <ac:spMkLst>
              <pc:docMk/>
              <pc:sldMasterMk cId="2933118997" sldId="2147483648"/>
              <pc:sldLayoutMk cId="1752394269" sldId="2147483653"/>
              <ac:spMk id="5" creationId="{00000000-0000-0000-0000-000000000000}"/>
            </ac:spMkLst>
          </pc:spChg>
          <pc:spChg chg="mod">
            <ac:chgData name="Arturo Olivares Martos" userId="S::arturo.olivares@stud.uni-due.de::defb8006-7969-45f9-9bf3-3765a406ff58" providerId="AD" clId="Web-{FDFC1AC8-C2C3-0493-EABB-314585ABF38D}" dt="2026-02-25T17:17:37.157" v="181"/>
            <ac:spMkLst>
              <pc:docMk/>
              <pc:sldMasterMk cId="2933118997" sldId="2147483648"/>
              <pc:sldLayoutMk cId="1752394269" sldId="2147483653"/>
              <ac:spMk id="6" creationId="{00000000-0000-0000-0000-000000000000}"/>
            </ac:spMkLst>
          </pc:spChg>
        </pc:sldLayoutChg>
        <pc:sldLayoutChg chg="modSp">
          <pc:chgData name="Arturo Olivares Martos" userId="S::arturo.olivares@stud.uni-due.de::defb8006-7969-45f9-9bf3-3765a406ff58" providerId="AD" clId="Web-{FDFC1AC8-C2C3-0493-EABB-314585ABF38D}" dt="2026-02-25T17:17:37.157" v="181"/>
          <pc:sldLayoutMkLst>
            <pc:docMk/>
            <pc:sldMasterMk cId="2933118997" sldId="2147483648"/>
            <pc:sldLayoutMk cId="1360449816" sldId="2147483656"/>
          </pc:sldLayoutMkLst>
          <pc:spChg chg="mod">
            <ac:chgData name="Arturo Olivares Martos" userId="S::arturo.olivares@stud.uni-due.de::defb8006-7969-45f9-9bf3-3765a406ff58" providerId="AD" clId="Web-{FDFC1AC8-C2C3-0493-EABB-314585ABF38D}" dt="2026-02-25T17:17:37.157" v="181"/>
            <ac:spMkLst>
              <pc:docMk/>
              <pc:sldMasterMk cId="2933118997" sldId="2147483648"/>
              <pc:sldLayoutMk cId="1360449816" sldId="2147483656"/>
              <ac:spMk id="2" creationId="{00000000-0000-0000-0000-000000000000}"/>
            </ac:spMkLst>
          </pc:spChg>
          <pc:spChg chg="mod">
            <ac:chgData name="Arturo Olivares Martos" userId="S::arturo.olivares@stud.uni-due.de::defb8006-7969-45f9-9bf3-3765a406ff58" providerId="AD" clId="Web-{FDFC1AC8-C2C3-0493-EABB-314585ABF38D}" dt="2026-02-25T17:17:37.157" v="181"/>
            <ac:spMkLst>
              <pc:docMk/>
              <pc:sldMasterMk cId="2933118997" sldId="2147483648"/>
              <pc:sldLayoutMk cId="1360449816" sldId="2147483656"/>
              <ac:spMk id="3" creationId="{00000000-0000-0000-0000-000000000000}"/>
            </ac:spMkLst>
          </pc:spChg>
          <pc:spChg chg="mod">
            <ac:chgData name="Arturo Olivares Martos" userId="S::arturo.olivares@stud.uni-due.de::defb8006-7969-45f9-9bf3-3765a406ff58" providerId="AD" clId="Web-{FDFC1AC8-C2C3-0493-EABB-314585ABF38D}" dt="2026-02-25T17:17:37.157" v="181"/>
            <ac:spMkLst>
              <pc:docMk/>
              <pc:sldMasterMk cId="2933118997" sldId="2147483648"/>
              <pc:sldLayoutMk cId="1360449816" sldId="2147483656"/>
              <ac:spMk id="4" creationId="{00000000-0000-0000-0000-000000000000}"/>
            </ac:spMkLst>
          </pc:spChg>
        </pc:sldLayoutChg>
        <pc:sldLayoutChg chg="modSp">
          <pc:chgData name="Arturo Olivares Martos" userId="S::arturo.olivares@stud.uni-due.de::defb8006-7969-45f9-9bf3-3765a406ff58" providerId="AD" clId="Web-{FDFC1AC8-C2C3-0493-EABB-314585ABF38D}" dt="2026-02-25T17:17:37.157" v="181"/>
          <pc:sldLayoutMkLst>
            <pc:docMk/>
            <pc:sldMasterMk cId="2933118997" sldId="2147483648"/>
            <pc:sldLayoutMk cId="383603595" sldId="2147483657"/>
          </pc:sldLayoutMkLst>
          <pc:spChg chg="mod">
            <ac:chgData name="Arturo Olivares Martos" userId="S::arturo.olivares@stud.uni-due.de::defb8006-7969-45f9-9bf3-3765a406ff58" providerId="AD" clId="Web-{FDFC1AC8-C2C3-0493-EABB-314585ABF38D}" dt="2026-02-25T17:17:37.157" v="181"/>
            <ac:spMkLst>
              <pc:docMk/>
              <pc:sldMasterMk cId="2933118997" sldId="2147483648"/>
              <pc:sldLayoutMk cId="383603595" sldId="2147483657"/>
              <ac:spMk id="2" creationId="{00000000-0000-0000-0000-000000000000}"/>
            </ac:spMkLst>
          </pc:spChg>
          <pc:spChg chg="mod">
            <ac:chgData name="Arturo Olivares Martos" userId="S::arturo.olivares@stud.uni-due.de::defb8006-7969-45f9-9bf3-3765a406ff58" providerId="AD" clId="Web-{FDFC1AC8-C2C3-0493-EABB-314585ABF38D}" dt="2026-02-25T17:17:37.157" v="181"/>
            <ac:spMkLst>
              <pc:docMk/>
              <pc:sldMasterMk cId="2933118997" sldId="2147483648"/>
              <pc:sldLayoutMk cId="383603595" sldId="2147483657"/>
              <ac:spMk id="3" creationId="{00000000-0000-0000-0000-000000000000}"/>
            </ac:spMkLst>
          </pc:spChg>
          <pc:spChg chg="mod">
            <ac:chgData name="Arturo Olivares Martos" userId="S::arturo.olivares@stud.uni-due.de::defb8006-7969-45f9-9bf3-3765a406ff58" providerId="AD" clId="Web-{FDFC1AC8-C2C3-0493-EABB-314585ABF38D}" dt="2026-02-25T17:17:37.157" v="181"/>
            <ac:spMkLst>
              <pc:docMk/>
              <pc:sldMasterMk cId="2933118997" sldId="2147483648"/>
              <pc:sldLayoutMk cId="383603595" sldId="2147483657"/>
              <ac:spMk id="4" creationId="{00000000-0000-0000-0000-000000000000}"/>
            </ac:spMkLst>
          </pc:spChg>
        </pc:sldLayoutChg>
        <pc:sldLayoutChg chg="modSp">
          <pc:chgData name="Arturo Olivares Martos" userId="S::arturo.olivares@stud.uni-due.de::defb8006-7969-45f9-9bf3-3765a406ff58" providerId="AD" clId="Web-{FDFC1AC8-C2C3-0493-EABB-314585ABF38D}" dt="2026-02-25T17:17:37.157" v="181"/>
          <pc:sldLayoutMkLst>
            <pc:docMk/>
            <pc:sldMasterMk cId="2933118997" sldId="2147483648"/>
            <pc:sldLayoutMk cId="2215096201" sldId="2147483659"/>
          </pc:sldLayoutMkLst>
          <pc:spChg chg="mod">
            <ac:chgData name="Arturo Olivares Martos" userId="S::arturo.olivares@stud.uni-due.de::defb8006-7969-45f9-9bf3-3765a406ff58" providerId="AD" clId="Web-{FDFC1AC8-C2C3-0493-EABB-314585ABF38D}" dt="2026-02-25T17:17:37.157" v="181"/>
            <ac:spMkLst>
              <pc:docMk/>
              <pc:sldMasterMk cId="2933118997" sldId="2147483648"/>
              <pc:sldLayoutMk cId="2215096201" sldId="2147483659"/>
              <ac:spMk id="2" creationId="{00000000-0000-0000-0000-000000000000}"/>
            </ac:spMkLst>
          </pc:spChg>
          <pc:spChg chg="mod">
            <ac:chgData name="Arturo Olivares Martos" userId="S::arturo.olivares@stud.uni-due.de::defb8006-7969-45f9-9bf3-3765a406ff58" providerId="AD" clId="Web-{FDFC1AC8-C2C3-0493-EABB-314585ABF38D}" dt="2026-02-25T17:17:37.157" v="181"/>
            <ac:spMkLst>
              <pc:docMk/>
              <pc:sldMasterMk cId="2933118997" sldId="2147483648"/>
              <pc:sldLayoutMk cId="2215096201" sldId="2147483659"/>
              <ac:spMk id="3" creationId="{00000000-0000-0000-0000-000000000000}"/>
            </ac:spMkLst>
          </pc:spChg>
        </pc:sldLayoutChg>
      </pc:sldMasterChg>
    </pc:docChg>
  </pc:docChgLst>
  <pc:docChgLst>
    <pc:chgData clId="Web-{FDFC1AC8-C2C3-0493-EABB-314585ABF38D}"/>
    <pc:docChg chg="modSld">
      <pc:chgData name="" userId="" providerId="" clId="Web-{FDFC1AC8-C2C3-0493-EABB-314585ABF38D}" dt="2026-02-25T17:03:48.984" v="0"/>
      <pc:docMkLst>
        <pc:docMk/>
      </pc:docMkLst>
      <pc:sldChg chg="delSp">
        <pc:chgData name="" userId="" providerId="" clId="Web-{FDFC1AC8-C2C3-0493-EABB-314585ABF38D}" dt="2026-02-25T17:03:48.984" v="0"/>
        <pc:sldMkLst>
          <pc:docMk/>
          <pc:sldMk cId="2406273178" sldId="256"/>
        </pc:sldMkLst>
        <pc:spChg chg="del">
          <ac:chgData name="" userId="" providerId="" clId="Web-{FDFC1AC8-C2C3-0493-EABB-314585ABF38D}" dt="2026-02-25T17:03:48.984" v="0"/>
          <ac:spMkLst>
            <pc:docMk/>
            <pc:sldMk cId="2406273178" sldId="256"/>
            <ac:spMk id="2" creationId="{00000000-0000-0000-0000-000000000000}"/>
          </ac:spMkLst>
        </pc:spChg>
      </pc:sldChg>
    </pc:docChg>
  </pc:docChgLst>
  <pc:docChgLst>
    <pc:chgData name="Gastbenutzer" userId="S::urn:spo:tenantanon#5119c065-76e8-41de-a63b-08c51bc51f30::" providerId="AD" clId="Web-{40750530-2086-1A9E-17CE-EF44483773C2}"/>
    <pc:docChg chg="modSld">
      <pc:chgData name="Gastbenutzer" userId="S::urn:spo:tenantanon#5119c065-76e8-41de-a63b-08c51bc51f30::" providerId="AD" clId="Web-{40750530-2086-1A9E-17CE-EF44483773C2}" dt="2026-02-25T17:50:13.736" v="519" actId="14100"/>
      <pc:docMkLst>
        <pc:docMk/>
      </pc:docMkLst>
      <pc:sldChg chg="modSp">
        <pc:chgData name="Gastbenutzer" userId="S::urn:spo:tenantanon#5119c065-76e8-41de-a63b-08c51bc51f30::" providerId="AD" clId="Web-{40750530-2086-1A9E-17CE-EF44483773C2}" dt="2026-02-25T17:50:13.736" v="519" actId="14100"/>
        <pc:sldMkLst>
          <pc:docMk/>
          <pc:sldMk cId="2406273178" sldId="256"/>
        </pc:sldMkLst>
        <pc:spChg chg="mod">
          <ac:chgData name="Gastbenutzer" userId="S::urn:spo:tenantanon#5119c065-76e8-41de-a63b-08c51bc51f30::" providerId="AD" clId="Web-{40750530-2086-1A9E-17CE-EF44483773C2}" dt="2026-02-25T17:42:21.525" v="227" actId="20577"/>
          <ac:spMkLst>
            <pc:docMk/>
            <pc:sldMk cId="2406273178" sldId="256"/>
            <ac:spMk id="5" creationId="{358A509A-908C-5BCF-B6AC-5D978B3CF2FC}"/>
          </ac:spMkLst>
        </pc:spChg>
        <pc:spChg chg="mod">
          <ac:chgData name="Gastbenutzer" userId="S::urn:spo:tenantanon#5119c065-76e8-41de-a63b-08c51bc51f30::" providerId="AD" clId="Web-{40750530-2086-1A9E-17CE-EF44483773C2}" dt="2026-02-25T17:41:31.067" v="212" actId="20577"/>
          <ac:spMkLst>
            <pc:docMk/>
            <pc:sldMk cId="2406273178" sldId="256"/>
            <ac:spMk id="7" creationId="{309B550B-C40F-EADD-F73E-707D13582F52}"/>
          </ac:spMkLst>
        </pc:spChg>
        <pc:spChg chg="mod">
          <ac:chgData name="Gastbenutzer" userId="S::urn:spo:tenantanon#5119c065-76e8-41de-a63b-08c51bc51f30::" providerId="AD" clId="Web-{40750530-2086-1A9E-17CE-EF44483773C2}" dt="2026-02-25T17:46:21.634" v="326" actId="20577"/>
          <ac:spMkLst>
            <pc:docMk/>
            <pc:sldMk cId="2406273178" sldId="256"/>
            <ac:spMk id="8" creationId="{F205BC9F-CE87-BC0D-D3E6-065ADBEB8B29}"/>
          </ac:spMkLst>
        </pc:spChg>
        <pc:spChg chg="mod">
          <ac:chgData name="Gastbenutzer" userId="S::urn:spo:tenantanon#5119c065-76e8-41de-a63b-08c51bc51f30::" providerId="AD" clId="Web-{40750530-2086-1A9E-17CE-EF44483773C2}" dt="2026-02-25T17:50:13.736" v="519" actId="14100"/>
          <ac:spMkLst>
            <pc:docMk/>
            <pc:sldMk cId="2406273178" sldId="256"/>
            <ac:spMk id="9" creationId="{89440BA6-A6EE-D510-7C14-837C9D25D4E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57250" y="1496484"/>
            <a:ext cx="5143500" cy="3183467"/>
          </a:xfrm>
        </p:spPr>
        <p:txBody>
          <a:bodyPr anchor="b"/>
          <a:lstStyle>
            <a:lvl1pPr algn="ctr">
              <a:defRPr sz="253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57250" y="4802718"/>
            <a:ext cx="5143500" cy="2207683"/>
          </a:xfrm>
        </p:spPr>
        <p:txBody>
          <a:bodyPr/>
          <a:lstStyle>
            <a:lvl1pPr marL="0" indent="0" algn="ctr">
              <a:buNone/>
              <a:defRPr sz="1013"/>
            </a:lvl1pPr>
            <a:lvl2pPr marL="192881" indent="0" algn="ctr">
              <a:buNone/>
              <a:defRPr sz="844"/>
            </a:lvl2pPr>
            <a:lvl3pPr marL="385763" indent="0" algn="ctr">
              <a:buNone/>
              <a:defRPr sz="760"/>
            </a:lvl3pPr>
            <a:lvl4pPr marL="578644" indent="0" algn="ctr">
              <a:buNone/>
              <a:defRPr sz="675"/>
            </a:lvl4pPr>
            <a:lvl5pPr marL="771525" indent="0" algn="ctr">
              <a:buNone/>
              <a:defRPr sz="675"/>
            </a:lvl5pPr>
            <a:lvl6pPr marL="964406" indent="0" algn="ctr">
              <a:buNone/>
              <a:defRPr sz="675"/>
            </a:lvl6pPr>
            <a:lvl7pPr marL="1157288" indent="0" algn="ctr">
              <a:buNone/>
              <a:defRPr sz="675"/>
            </a:lvl7pPr>
            <a:lvl8pPr marL="1350169" indent="0" algn="ctr">
              <a:buNone/>
              <a:defRPr sz="675"/>
            </a:lvl8pPr>
            <a:lvl9pPr marL="1543050" indent="0" algn="ctr">
              <a:buNone/>
              <a:defRPr sz="675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917" y="2279651"/>
            <a:ext cx="5915025" cy="3803649"/>
          </a:xfrm>
        </p:spPr>
        <p:txBody>
          <a:bodyPr anchor="b"/>
          <a:lstStyle>
            <a:lvl1pPr>
              <a:defRPr sz="253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67917" y="6119285"/>
            <a:ext cx="5915025" cy="2000249"/>
          </a:xfrm>
        </p:spPr>
        <p:txBody>
          <a:bodyPr/>
          <a:lstStyle>
            <a:lvl1pPr marL="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1pPr>
            <a:lvl2pPr marL="192881" indent="0">
              <a:buNone/>
              <a:defRPr sz="844">
                <a:solidFill>
                  <a:schemeClr val="tx1">
                    <a:tint val="82000"/>
                  </a:schemeClr>
                </a:solidFill>
              </a:defRPr>
            </a:lvl2pPr>
            <a:lvl3pPr marL="385763" indent="0">
              <a:buNone/>
              <a:defRPr sz="760">
                <a:solidFill>
                  <a:schemeClr val="tx1">
                    <a:tint val="82000"/>
                  </a:schemeClr>
                </a:solidFill>
              </a:defRPr>
            </a:lvl3pPr>
            <a:lvl4pPr marL="578644" indent="0">
              <a:buNone/>
              <a:defRPr sz="675">
                <a:solidFill>
                  <a:schemeClr val="tx1">
                    <a:tint val="82000"/>
                  </a:schemeClr>
                </a:solidFill>
              </a:defRPr>
            </a:lvl4pPr>
            <a:lvl5pPr marL="771525" indent="0">
              <a:buNone/>
              <a:defRPr sz="675">
                <a:solidFill>
                  <a:schemeClr val="tx1">
                    <a:tint val="82000"/>
                  </a:schemeClr>
                </a:solidFill>
              </a:defRPr>
            </a:lvl5pPr>
            <a:lvl6pPr marL="964406" indent="0">
              <a:buNone/>
              <a:defRPr sz="675">
                <a:solidFill>
                  <a:schemeClr val="tx1">
                    <a:tint val="82000"/>
                  </a:schemeClr>
                </a:solidFill>
              </a:defRPr>
            </a:lvl6pPr>
            <a:lvl7pPr marL="1157288" indent="0">
              <a:buNone/>
              <a:defRPr sz="675">
                <a:solidFill>
                  <a:schemeClr val="tx1">
                    <a:tint val="82000"/>
                  </a:schemeClr>
                </a:solidFill>
              </a:defRPr>
            </a:lvl7pPr>
            <a:lvl8pPr marL="1350169" indent="0">
              <a:buNone/>
              <a:defRPr sz="675">
                <a:solidFill>
                  <a:schemeClr val="tx1">
                    <a:tint val="82000"/>
                  </a:schemeClr>
                </a:solidFill>
              </a:defRPr>
            </a:lvl8pPr>
            <a:lvl9pPr marL="1543050" indent="0">
              <a:buNone/>
              <a:defRPr sz="67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2" y="486834"/>
            <a:ext cx="5915025" cy="17674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72381" y="3340101"/>
            <a:ext cx="2901255" cy="4912784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3471864" y="2241551"/>
            <a:ext cx="2915543" cy="1098549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3471864" y="3340101"/>
            <a:ext cx="2915543" cy="4912784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25/02/2026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25/02/2026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25/02/2026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2" y="609600"/>
            <a:ext cx="2211883" cy="21336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915544" y="1316567"/>
            <a:ext cx="3471863" cy="6498167"/>
          </a:xfrm>
        </p:spPr>
        <p:txBody>
          <a:bodyPr/>
          <a:lstStyle>
            <a:lvl1pPr>
              <a:defRPr sz="1350"/>
            </a:lvl1pPr>
            <a:lvl2pPr>
              <a:defRPr sz="1181"/>
            </a:lvl2pPr>
            <a:lvl3pPr>
              <a:defRPr sz="1013"/>
            </a:lvl3pPr>
            <a:lvl4pPr>
              <a:defRPr sz="844"/>
            </a:lvl4pPr>
            <a:lvl5pPr>
              <a:defRPr sz="844"/>
            </a:lvl5pPr>
            <a:lvl6pPr>
              <a:defRPr sz="844"/>
            </a:lvl6pPr>
            <a:lvl7pPr>
              <a:defRPr sz="844"/>
            </a:lvl7pPr>
            <a:lvl8pPr>
              <a:defRPr sz="844"/>
            </a:lvl8pPr>
            <a:lvl9pPr>
              <a:defRPr sz="844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72382" y="2743200"/>
            <a:ext cx="2211883" cy="5082117"/>
          </a:xfrm>
        </p:spPr>
        <p:txBody>
          <a:bodyPr/>
          <a:lstStyle>
            <a:lvl1pPr marL="0" indent="0">
              <a:buNone/>
              <a:defRPr sz="675"/>
            </a:lvl1pPr>
            <a:lvl2pPr marL="192881" indent="0">
              <a:buNone/>
              <a:defRPr sz="591"/>
            </a:lvl2pPr>
            <a:lvl3pPr marL="385763" indent="0">
              <a:buNone/>
              <a:defRPr sz="506"/>
            </a:lvl3pPr>
            <a:lvl4pPr marL="578644" indent="0">
              <a:buNone/>
              <a:defRPr sz="422"/>
            </a:lvl4pPr>
            <a:lvl5pPr marL="771525" indent="0">
              <a:buNone/>
              <a:defRPr sz="422"/>
            </a:lvl5pPr>
            <a:lvl6pPr marL="964406" indent="0">
              <a:buNone/>
              <a:defRPr sz="422"/>
            </a:lvl6pPr>
            <a:lvl7pPr marL="1157288" indent="0">
              <a:buNone/>
              <a:defRPr sz="422"/>
            </a:lvl7pPr>
            <a:lvl8pPr marL="1350169" indent="0">
              <a:buNone/>
              <a:defRPr sz="422"/>
            </a:lvl8pPr>
            <a:lvl9pPr marL="1543050" indent="0">
              <a:buNone/>
              <a:defRPr sz="422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2" y="609600"/>
            <a:ext cx="2211883" cy="21336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915544" y="1316567"/>
            <a:ext cx="3471863" cy="6498167"/>
          </a:xfrm>
        </p:spPr>
        <p:txBody>
          <a:bodyPr/>
          <a:lstStyle>
            <a:lvl1pPr marL="0" indent="0">
              <a:buNone/>
              <a:defRPr sz="1350"/>
            </a:lvl1pPr>
            <a:lvl2pPr marL="192881" indent="0">
              <a:buNone/>
              <a:defRPr sz="1181"/>
            </a:lvl2pPr>
            <a:lvl3pPr marL="385763" indent="0">
              <a:buNone/>
              <a:defRPr sz="1013"/>
            </a:lvl3pPr>
            <a:lvl4pPr marL="578644" indent="0">
              <a:buNone/>
              <a:defRPr sz="844"/>
            </a:lvl4pPr>
            <a:lvl5pPr marL="771525" indent="0">
              <a:buNone/>
              <a:defRPr sz="844"/>
            </a:lvl5pPr>
            <a:lvl6pPr marL="964406" indent="0">
              <a:buNone/>
              <a:defRPr sz="844"/>
            </a:lvl6pPr>
            <a:lvl7pPr marL="1157288" indent="0">
              <a:buNone/>
              <a:defRPr sz="844"/>
            </a:lvl7pPr>
            <a:lvl8pPr marL="1350169" indent="0">
              <a:buNone/>
              <a:defRPr sz="844"/>
            </a:lvl8pPr>
            <a:lvl9pPr marL="1543050" indent="0">
              <a:buNone/>
              <a:defRPr sz="844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72382" y="2743200"/>
            <a:ext cx="2211883" cy="5082117"/>
          </a:xfrm>
        </p:spPr>
        <p:txBody>
          <a:bodyPr/>
          <a:lstStyle>
            <a:lvl1pPr marL="0" indent="0">
              <a:buNone/>
              <a:defRPr sz="675"/>
            </a:lvl1pPr>
            <a:lvl2pPr marL="192881" indent="0">
              <a:buNone/>
              <a:defRPr sz="591"/>
            </a:lvl2pPr>
            <a:lvl3pPr marL="385763" indent="0">
              <a:buNone/>
              <a:defRPr sz="506"/>
            </a:lvl3pPr>
            <a:lvl4pPr marL="578644" indent="0">
              <a:buNone/>
              <a:defRPr sz="422"/>
            </a:lvl4pPr>
            <a:lvl5pPr marL="771525" indent="0">
              <a:buNone/>
              <a:defRPr sz="422"/>
            </a:lvl5pPr>
            <a:lvl6pPr marL="964406" indent="0">
              <a:buNone/>
              <a:defRPr sz="422"/>
            </a:lvl6pPr>
            <a:lvl7pPr marL="1157288" indent="0">
              <a:buNone/>
              <a:defRPr sz="422"/>
            </a:lvl7pPr>
            <a:lvl8pPr marL="1350169" indent="0">
              <a:buNone/>
              <a:defRPr sz="422"/>
            </a:lvl8pPr>
            <a:lvl9pPr marL="1543050" indent="0">
              <a:buNone/>
              <a:defRPr sz="422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07756" y="486833"/>
            <a:ext cx="1478756" cy="77491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71487" y="486833"/>
            <a:ext cx="4350544" cy="774911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71489" y="486834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71489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71488" y="8475135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25/02/2026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2271714" y="8475135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4843463" y="8475135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58A509A-908C-5BCF-B6AC-5D978B3CF2FC}"/>
              </a:ext>
            </a:extLst>
          </p:cNvPr>
          <p:cNvSpPr txBox="1"/>
          <p:nvPr/>
        </p:nvSpPr>
        <p:spPr>
          <a:xfrm>
            <a:off x="1567382" y="200299"/>
            <a:ext cx="3713696" cy="13316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38576" tIns="19289" rIns="38576" bIns="19289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200" b="1"/>
              <a:t>1. </a:t>
            </a:r>
            <a:r>
              <a:rPr lang="es-ES" sz="1200" b="1" err="1"/>
              <a:t>Collection</a:t>
            </a:r>
            <a:r>
              <a:rPr lang="es-ES" sz="1200" b="1"/>
              <a:t> &amp; </a:t>
            </a:r>
            <a:r>
              <a:rPr lang="es-ES" sz="1200" b="1" err="1"/>
              <a:t>Acquisition</a:t>
            </a:r>
            <a:endParaRPr lang="es-ES" err="1"/>
          </a:p>
          <a:p>
            <a:r>
              <a:rPr lang="es-ES" sz="1200" err="1"/>
              <a:t>Two</a:t>
            </a:r>
            <a:r>
              <a:rPr lang="es-ES" sz="1200"/>
              <a:t> </a:t>
            </a:r>
            <a:r>
              <a:rPr lang="es-ES" sz="1200" err="1"/>
              <a:t>sources</a:t>
            </a:r>
            <a:r>
              <a:rPr lang="es-ES" sz="1200"/>
              <a:t> </a:t>
            </a:r>
            <a:r>
              <a:rPr lang="es-ES" sz="1200" err="1"/>
              <a:t>of</a:t>
            </a:r>
            <a:r>
              <a:rPr lang="es-ES" sz="1200"/>
              <a:t> data are </a:t>
            </a:r>
            <a:r>
              <a:rPr lang="es-ES" sz="1200" err="1"/>
              <a:t>used</a:t>
            </a:r>
            <a:r>
              <a:rPr lang="es-ES" sz="1200"/>
              <a:t>.</a:t>
            </a:r>
          </a:p>
          <a:p>
            <a:pPr marL="171450" indent="-171450">
              <a:buFont typeface="Calibri"/>
              <a:buChar char="-"/>
            </a:pPr>
            <a:r>
              <a:rPr lang="es-ES" sz="1200" err="1"/>
              <a:t>The</a:t>
            </a:r>
            <a:r>
              <a:rPr lang="es-ES" sz="1200"/>
              <a:t> data </a:t>
            </a:r>
            <a:r>
              <a:rPr lang="es-ES" sz="1200" err="1"/>
              <a:t>used</a:t>
            </a:r>
            <a:r>
              <a:rPr lang="es-ES" sz="1200"/>
              <a:t> </a:t>
            </a:r>
            <a:r>
              <a:rPr lang="es-ES" sz="1200" err="1"/>
              <a:t>for</a:t>
            </a:r>
            <a:r>
              <a:rPr lang="es-ES" sz="1200"/>
              <a:t> </a:t>
            </a:r>
            <a:r>
              <a:rPr lang="es-ES" sz="1200" err="1"/>
              <a:t>the</a:t>
            </a:r>
            <a:r>
              <a:rPr lang="es-ES" sz="1200"/>
              <a:t> </a:t>
            </a:r>
            <a:r>
              <a:rPr lang="es-ES" sz="1200" err="1"/>
              <a:t>Dashboard</a:t>
            </a:r>
            <a:r>
              <a:rPr lang="es-ES" sz="1200"/>
              <a:t> </a:t>
            </a:r>
            <a:r>
              <a:rPr lang="es-ES" sz="1200" err="1"/>
              <a:t>is</a:t>
            </a:r>
            <a:r>
              <a:rPr lang="es-ES" sz="1200"/>
              <a:t> </a:t>
            </a:r>
            <a:r>
              <a:rPr lang="es-ES" sz="1200" err="1"/>
              <a:t>passively</a:t>
            </a:r>
            <a:r>
              <a:rPr lang="es-ES" sz="1200"/>
              <a:t> </a:t>
            </a:r>
            <a:r>
              <a:rPr lang="es-ES" sz="1200" err="1"/>
              <a:t>obtained</a:t>
            </a:r>
            <a:r>
              <a:rPr lang="es-ES" sz="1200"/>
              <a:t> </a:t>
            </a:r>
            <a:r>
              <a:rPr lang="es-ES" sz="1200" err="1"/>
              <a:t>from</a:t>
            </a:r>
            <a:r>
              <a:rPr lang="es-ES" sz="1200"/>
              <a:t> </a:t>
            </a:r>
            <a:r>
              <a:rPr lang="es-ES" sz="1200" err="1"/>
              <a:t>the</a:t>
            </a:r>
            <a:r>
              <a:rPr lang="es-ES" sz="1200"/>
              <a:t> </a:t>
            </a:r>
            <a:r>
              <a:rPr lang="es-ES" sz="1200" err="1"/>
              <a:t>students</a:t>
            </a:r>
            <a:r>
              <a:rPr lang="es-ES" sz="1200"/>
              <a:t>' </a:t>
            </a:r>
            <a:r>
              <a:rPr lang="es-ES" sz="1200" err="1"/>
              <a:t>interaction</a:t>
            </a:r>
            <a:r>
              <a:rPr lang="es-ES" sz="1200"/>
              <a:t> </a:t>
            </a:r>
            <a:r>
              <a:rPr lang="es-ES" sz="1200" err="1"/>
              <a:t>with</a:t>
            </a:r>
            <a:r>
              <a:rPr lang="es-ES" sz="1200"/>
              <a:t> </a:t>
            </a:r>
            <a:r>
              <a:rPr lang="es-ES" sz="1200" err="1"/>
              <a:t>the</a:t>
            </a:r>
            <a:r>
              <a:rPr lang="es-ES" sz="1200"/>
              <a:t> Notebook.</a:t>
            </a:r>
          </a:p>
          <a:p>
            <a:pPr marL="171450" indent="-171450">
              <a:buFont typeface="Calibri"/>
              <a:buChar char="-"/>
            </a:pPr>
            <a:r>
              <a:rPr lang="es-ES" sz="1200" err="1"/>
              <a:t>The</a:t>
            </a:r>
            <a:r>
              <a:rPr lang="es-ES" sz="1200"/>
              <a:t> data </a:t>
            </a:r>
            <a:r>
              <a:rPr lang="es-ES" sz="1200" err="1"/>
              <a:t>from</a:t>
            </a:r>
            <a:r>
              <a:rPr lang="es-ES" sz="1200"/>
              <a:t> </a:t>
            </a:r>
            <a:r>
              <a:rPr lang="es-ES" sz="1200" err="1"/>
              <a:t>the</a:t>
            </a:r>
            <a:r>
              <a:rPr lang="es-ES" sz="1200"/>
              <a:t> </a:t>
            </a:r>
            <a:r>
              <a:rPr lang="es-ES" sz="1200" err="1"/>
              <a:t>survey</a:t>
            </a:r>
            <a:r>
              <a:rPr lang="es-ES" sz="1200"/>
              <a:t> </a:t>
            </a:r>
            <a:r>
              <a:rPr lang="es-ES" sz="1200" err="1"/>
              <a:t>is</a:t>
            </a:r>
            <a:r>
              <a:rPr lang="es-ES" sz="1200"/>
              <a:t> </a:t>
            </a:r>
            <a:r>
              <a:rPr lang="es-ES" sz="1200" err="1"/>
              <a:t>actively</a:t>
            </a:r>
            <a:r>
              <a:rPr lang="es-ES" sz="1200"/>
              <a:t> </a:t>
            </a:r>
            <a:r>
              <a:rPr lang="es-ES" sz="1200" err="1"/>
              <a:t>obtained</a:t>
            </a:r>
            <a:r>
              <a:rPr lang="es-ES" sz="1200"/>
              <a:t> </a:t>
            </a:r>
            <a:r>
              <a:rPr lang="es-ES" sz="1200" err="1"/>
              <a:t>by</a:t>
            </a:r>
            <a:r>
              <a:rPr lang="es-ES" sz="1200"/>
              <a:t> </a:t>
            </a:r>
            <a:r>
              <a:rPr lang="es-ES" sz="1200" err="1"/>
              <a:t>the</a:t>
            </a:r>
            <a:r>
              <a:rPr lang="es-ES" sz="1200"/>
              <a:t> </a:t>
            </a:r>
            <a:r>
              <a:rPr lang="es-ES" sz="1200" err="1"/>
              <a:t>students</a:t>
            </a:r>
            <a:r>
              <a:rPr lang="es-ES" sz="1200"/>
              <a:t>' </a:t>
            </a:r>
            <a:r>
              <a:rPr lang="es-ES" sz="1200" err="1"/>
              <a:t>answers</a:t>
            </a:r>
            <a:r>
              <a:rPr lang="es-ES" sz="1200"/>
              <a:t>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4386C2D-E490-FF17-B9F9-38C5142FCE94}"/>
              </a:ext>
            </a:extLst>
          </p:cNvPr>
          <p:cNvSpPr txBox="1"/>
          <p:nvPr/>
        </p:nvSpPr>
        <p:spPr>
          <a:xfrm>
            <a:off x="3508244" y="2070662"/>
            <a:ext cx="3072923" cy="17009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38576" tIns="19289" rIns="38576" bIns="19289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200" b="1">
                <a:ea typeface="+mn-lt"/>
                <a:cs typeface="+mn-lt"/>
              </a:rPr>
              <a:t>2. Storage</a:t>
            </a:r>
            <a:endParaRPr lang="es-ES" sz="1200" b="1"/>
          </a:p>
          <a:p>
            <a:pPr marL="171450" indent="-171450">
              <a:buFont typeface="Calibri"/>
              <a:buChar char="-"/>
            </a:pPr>
            <a:r>
              <a:rPr lang="es-ES" sz="1200" err="1">
                <a:ea typeface="+mn-lt"/>
                <a:cs typeface="+mn-lt"/>
              </a:rPr>
              <a:t>The</a:t>
            </a:r>
            <a:r>
              <a:rPr lang="es-ES" sz="1200">
                <a:ea typeface="+mn-lt"/>
                <a:cs typeface="+mn-lt"/>
              </a:rPr>
              <a:t> data </a:t>
            </a:r>
            <a:r>
              <a:rPr lang="es-ES" sz="1200" err="1">
                <a:ea typeface="+mn-lt"/>
                <a:cs typeface="+mn-lt"/>
              </a:rPr>
              <a:t>for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the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dashboard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will</a:t>
            </a:r>
            <a:r>
              <a:rPr lang="es-ES" sz="1200">
                <a:ea typeface="+mn-lt"/>
                <a:cs typeface="+mn-lt"/>
              </a:rPr>
              <a:t> be </a:t>
            </a:r>
            <a:r>
              <a:rPr lang="es-ES" sz="1200" err="1">
                <a:ea typeface="+mn-lt"/>
                <a:cs typeface="+mn-lt"/>
              </a:rPr>
              <a:t>stored</a:t>
            </a:r>
            <a:r>
              <a:rPr lang="es-ES" sz="1200">
                <a:ea typeface="+mn-lt"/>
                <a:cs typeface="+mn-lt"/>
              </a:rPr>
              <a:t> in a </a:t>
            </a:r>
            <a:r>
              <a:rPr lang="es-ES" sz="1200" err="1">
                <a:ea typeface="+mn-lt"/>
                <a:cs typeface="+mn-lt"/>
              </a:rPr>
              <a:t>structred</a:t>
            </a:r>
            <a:r>
              <a:rPr lang="es-ES" sz="1200">
                <a:ea typeface="+mn-lt"/>
                <a:cs typeface="+mn-lt"/>
              </a:rPr>
              <a:t> SQLite </a:t>
            </a:r>
            <a:r>
              <a:rPr lang="es-ES" sz="1200" err="1">
                <a:ea typeface="+mn-lt"/>
                <a:cs typeface="+mn-lt"/>
              </a:rPr>
              <a:t>dashboard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locally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stored</a:t>
            </a:r>
            <a:r>
              <a:rPr lang="es-ES" sz="1200">
                <a:ea typeface="+mn-lt"/>
                <a:cs typeface="+mn-lt"/>
              </a:rPr>
              <a:t> in </a:t>
            </a:r>
            <a:r>
              <a:rPr lang="es-ES" sz="1200" err="1">
                <a:ea typeface="+mn-lt"/>
                <a:cs typeface="+mn-lt"/>
              </a:rPr>
              <a:t>our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computers</a:t>
            </a:r>
            <a:endParaRPr lang="es-ES" sz="1200">
              <a:ea typeface="+mn-lt"/>
              <a:cs typeface="+mn-lt"/>
            </a:endParaRPr>
          </a:p>
          <a:p>
            <a:pPr marL="171450" indent="-171450">
              <a:buFont typeface="Calibri"/>
              <a:buChar char="-"/>
            </a:pPr>
            <a:r>
              <a:rPr lang="es-ES" sz="1200" err="1">
                <a:ea typeface="+mn-lt"/>
                <a:cs typeface="+mn-lt"/>
              </a:rPr>
              <a:t>The</a:t>
            </a:r>
            <a:r>
              <a:rPr lang="es-ES" sz="1200">
                <a:ea typeface="+mn-lt"/>
                <a:cs typeface="+mn-lt"/>
              </a:rPr>
              <a:t> data </a:t>
            </a:r>
            <a:r>
              <a:rPr lang="es-ES" sz="1200" err="1">
                <a:ea typeface="+mn-lt"/>
                <a:cs typeface="+mn-lt"/>
              </a:rPr>
              <a:t>from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the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Survey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will</a:t>
            </a:r>
            <a:r>
              <a:rPr lang="es-ES" sz="1200">
                <a:ea typeface="+mn-lt"/>
                <a:cs typeface="+mn-lt"/>
              </a:rPr>
              <a:t> be </a:t>
            </a:r>
            <a:r>
              <a:rPr lang="es-ES" sz="1200" err="1">
                <a:ea typeface="+mn-lt"/>
                <a:cs typeface="+mn-lt"/>
              </a:rPr>
              <a:t>kept</a:t>
            </a:r>
            <a:r>
              <a:rPr lang="es-ES" sz="1200">
                <a:ea typeface="+mn-lt"/>
                <a:cs typeface="+mn-lt"/>
              </a:rPr>
              <a:t> in </a:t>
            </a:r>
            <a:r>
              <a:rPr lang="es-ES" sz="1200" err="1">
                <a:ea typeface="+mn-lt"/>
                <a:cs typeface="+mn-lt"/>
              </a:rPr>
              <a:t>LimeSurvey's</a:t>
            </a:r>
            <a:r>
              <a:rPr lang="es-ES" sz="1200">
                <a:ea typeface="+mn-lt"/>
                <a:cs typeface="+mn-lt"/>
              </a:rPr>
              <a:t> servers</a:t>
            </a:r>
          </a:p>
          <a:p>
            <a:endParaRPr lang="es-ES" sz="1200">
              <a:ea typeface="+mn-lt"/>
              <a:cs typeface="+mn-lt"/>
            </a:endParaRPr>
          </a:p>
          <a:p>
            <a:pPr>
              <a:buFont typeface="Calibri"/>
            </a:pPr>
            <a:r>
              <a:rPr lang="es-ES" sz="1200" err="1">
                <a:ea typeface="+mn-lt"/>
                <a:cs typeface="+mn-lt"/>
              </a:rPr>
              <a:t>Both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will</a:t>
            </a:r>
            <a:r>
              <a:rPr lang="es-ES" sz="1200">
                <a:ea typeface="+mn-lt"/>
                <a:cs typeface="+mn-lt"/>
              </a:rPr>
              <a:t> be </a:t>
            </a:r>
            <a:r>
              <a:rPr lang="es-ES" sz="1200" err="1">
                <a:ea typeface="+mn-lt"/>
                <a:cs typeface="+mn-lt"/>
              </a:rPr>
              <a:t>retained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until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this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project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is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finished</a:t>
            </a:r>
            <a:r>
              <a:rPr lang="es-ES" sz="1200">
                <a:ea typeface="+mn-lt"/>
                <a:cs typeface="+mn-lt"/>
              </a:rPr>
              <a:t>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09B550B-C40F-EADD-F73E-707D13582F52}"/>
              </a:ext>
            </a:extLst>
          </p:cNvPr>
          <p:cNvSpPr txBox="1"/>
          <p:nvPr/>
        </p:nvSpPr>
        <p:spPr>
          <a:xfrm>
            <a:off x="3505873" y="4372540"/>
            <a:ext cx="3052808" cy="1146950"/>
          </a:xfrm>
          <a:prstGeom prst="rect">
            <a:avLst/>
          </a:prstGeom>
          <a:solidFill>
            <a:srgbClr val="FFFF85"/>
          </a:solidFill>
        </p:spPr>
        <p:txBody>
          <a:bodyPr rot="0" spcFirstLastPara="0" vertOverflow="overflow" horzOverflow="overflow" vert="horz" wrap="square" lIns="38576" tIns="19289" rIns="38576" bIns="19289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200" b="1">
                <a:ea typeface="+mn-lt"/>
                <a:cs typeface="+mn-lt"/>
              </a:rPr>
              <a:t>3. </a:t>
            </a:r>
            <a:r>
              <a:rPr lang="es-ES" sz="1200" b="1" err="1">
                <a:ea typeface="+mn-lt"/>
                <a:cs typeface="+mn-lt"/>
              </a:rPr>
              <a:t>Cleaning</a:t>
            </a:r>
          </a:p>
          <a:p>
            <a:r>
              <a:rPr lang="es-ES" sz="1200"/>
              <a:t>Incomplete </a:t>
            </a:r>
            <a:r>
              <a:rPr lang="es-ES" sz="1200" err="1"/>
              <a:t>Sessions</a:t>
            </a:r>
            <a:r>
              <a:rPr lang="es-ES" sz="1200"/>
              <a:t> --&gt; </a:t>
            </a:r>
            <a:r>
              <a:rPr lang="es-ES" sz="1200" err="1"/>
              <a:t>WiFi</a:t>
            </a:r>
            <a:r>
              <a:rPr lang="es-ES" sz="1200"/>
              <a:t> </a:t>
            </a:r>
            <a:r>
              <a:rPr lang="es-ES" sz="1200" err="1"/>
              <a:t>issues</a:t>
            </a:r>
            <a:endParaRPr lang="es-ES" sz="1200"/>
          </a:p>
          <a:p>
            <a:r>
              <a:rPr lang="es-ES" sz="1200"/>
              <a:t>Infinite </a:t>
            </a:r>
            <a:r>
              <a:rPr lang="es-ES" sz="1200" err="1"/>
              <a:t>loops</a:t>
            </a:r>
            <a:r>
              <a:rPr lang="es-ES" sz="1200"/>
              <a:t> --&gt; </a:t>
            </a:r>
            <a:r>
              <a:rPr lang="es-ES" sz="1200" err="1"/>
              <a:t>restart</a:t>
            </a:r>
            <a:r>
              <a:rPr lang="es-ES" sz="1200"/>
              <a:t> </a:t>
            </a:r>
            <a:r>
              <a:rPr lang="es-ES" sz="1200" err="1"/>
              <a:t>session</a:t>
            </a:r>
            <a:r>
              <a:rPr lang="es-ES" sz="1200"/>
              <a:t> </a:t>
            </a:r>
            <a:r>
              <a:rPr lang="es-ES" sz="1200" err="1"/>
              <a:t>completely</a:t>
            </a:r>
            <a:endParaRPr lang="es-ES" sz="1200"/>
          </a:p>
          <a:p>
            <a:r>
              <a:rPr lang="es-ES" sz="1200" err="1"/>
              <a:t>Success</a:t>
            </a:r>
            <a:r>
              <a:rPr lang="es-ES" sz="1200"/>
              <a:t>, Error, </a:t>
            </a:r>
            <a:r>
              <a:rPr lang="es-ES" sz="1200" err="1"/>
              <a:t>Attempt</a:t>
            </a:r>
            <a:r>
              <a:rPr lang="es-ES" sz="1200"/>
              <a:t> </a:t>
            </a:r>
            <a:r>
              <a:rPr lang="es-ES" sz="1200" err="1"/>
              <a:t>Definition</a:t>
            </a:r>
            <a:endParaRPr lang="es-ES" sz="1200"/>
          </a:p>
          <a:p>
            <a:r>
              <a:rPr lang="es-ES" sz="1200"/>
              <a:t>Cell </a:t>
            </a:r>
            <a:r>
              <a:rPr lang="es-ES" sz="1200" err="1"/>
              <a:t>type</a:t>
            </a:r>
            <a:r>
              <a:rPr lang="es-ES" sz="1200"/>
              <a:t> </a:t>
            </a:r>
            <a:r>
              <a:rPr lang="es-ES" sz="1200" err="1"/>
              <a:t>filtering</a:t>
            </a:r>
            <a:r>
              <a:rPr lang="es-ES" sz="1200"/>
              <a:t> --&gt; </a:t>
            </a:r>
            <a:r>
              <a:rPr lang="es-ES" sz="1200" err="1"/>
              <a:t>markdown</a:t>
            </a:r>
            <a:r>
              <a:rPr lang="es-ES" sz="1200"/>
              <a:t> and raw </a:t>
            </a:r>
            <a:r>
              <a:rPr lang="es-ES" sz="1200" err="1"/>
              <a:t>cells</a:t>
            </a:r>
            <a:r>
              <a:rPr lang="es-ES" sz="1200"/>
              <a:t> are </a:t>
            </a:r>
            <a:r>
              <a:rPr lang="es-ES" sz="1200" err="1"/>
              <a:t>not</a:t>
            </a:r>
            <a:r>
              <a:rPr lang="es-ES" sz="1200"/>
              <a:t> </a:t>
            </a:r>
            <a:r>
              <a:rPr lang="es-ES" sz="1200" err="1"/>
              <a:t>needed</a:t>
            </a:r>
            <a:r>
              <a:rPr lang="es-ES" sz="1200"/>
              <a:t> </a:t>
            </a:r>
            <a:r>
              <a:rPr lang="es-ES" sz="1200" err="1"/>
              <a:t>analysis</a:t>
            </a:r>
            <a:endParaRPr lang="es-ES" sz="120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205BC9F-CE87-BC0D-D3E6-065ADBEB8B29}"/>
              </a:ext>
            </a:extLst>
          </p:cNvPr>
          <p:cNvSpPr txBox="1"/>
          <p:nvPr/>
        </p:nvSpPr>
        <p:spPr>
          <a:xfrm>
            <a:off x="3510368" y="6173969"/>
            <a:ext cx="2526643" cy="188561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38576" tIns="19289" rIns="38576" bIns="19289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200" b="1">
                <a:ea typeface="+mn-lt"/>
                <a:cs typeface="+mn-lt"/>
              </a:rPr>
              <a:t>4. </a:t>
            </a:r>
            <a:r>
              <a:rPr lang="es-ES" sz="1200" b="1" err="1">
                <a:ea typeface="+mn-lt"/>
                <a:cs typeface="+mn-lt"/>
              </a:rPr>
              <a:t>Integration</a:t>
            </a:r>
            <a:endParaRPr lang="es-ES" sz="1200" b="1">
              <a:ea typeface="+mn-lt"/>
              <a:cs typeface="+mn-lt"/>
            </a:endParaRPr>
          </a:p>
          <a:p>
            <a:pPr marL="171450" indent="-171450">
              <a:buFont typeface="Calibri"/>
              <a:buChar char="-"/>
            </a:pPr>
            <a:r>
              <a:rPr lang="es-ES" sz="1200">
                <a:ea typeface="+mn-lt"/>
                <a:cs typeface="+mn-lt"/>
              </a:rPr>
              <a:t>Timeline</a:t>
            </a:r>
            <a:r>
              <a:rPr lang="es-ES" sz="1200"/>
              <a:t> </a:t>
            </a:r>
            <a:r>
              <a:rPr lang="es-ES" sz="1200" err="1"/>
              <a:t>of</a:t>
            </a:r>
            <a:r>
              <a:rPr lang="es-ES" sz="1200"/>
              <a:t> </a:t>
            </a:r>
            <a:r>
              <a:rPr lang="es-ES" sz="1200" err="1"/>
              <a:t>activity</a:t>
            </a:r>
            <a:r>
              <a:rPr lang="es-ES" sz="1200"/>
              <a:t>: </a:t>
            </a:r>
            <a:r>
              <a:rPr lang="es-ES" sz="1200">
                <a:ea typeface="+mn-lt"/>
                <a:cs typeface="+mn-lt"/>
              </a:rPr>
              <a:t>data </a:t>
            </a:r>
            <a:r>
              <a:rPr lang="es-ES" sz="1200" err="1">
                <a:ea typeface="+mn-lt"/>
                <a:cs typeface="+mn-lt"/>
              </a:rPr>
              <a:t>from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the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latin typeface="Aptos"/>
              </a:rPr>
              <a:t>Users</a:t>
            </a:r>
            <a:r>
              <a:rPr lang="es-ES" sz="1200">
                <a:ea typeface="+mn-lt"/>
                <a:cs typeface="+mn-lt"/>
              </a:rPr>
              <a:t>, </a:t>
            </a:r>
            <a:r>
              <a:rPr lang="es-ES" sz="1200">
                <a:latin typeface="Aptos"/>
              </a:rPr>
              <a:t>Notebooks</a:t>
            </a:r>
            <a:r>
              <a:rPr lang="es-ES" sz="1200">
                <a:ea typeface="+mn-lt"/>
                <a:cs typeface="+mn-lt"/>
              </a:rPr>
              <a:t>, </a:t>
            </a:r>
            <a:r>
              <a:rPr lang="es-ES" sz="1200" err="1">
                <a:latin typeface="Aptos"/>
              </a:rPr>
              <a:t>Sessions</a:t>
            </a:r>
            <a:r>
              <a:rPr lang="es-ES" sz="1200">
                <a:ea typeface="+mn-lt"/>
                <a:cs typeface="+mn-lt"/>
              </a:rPr>
              <a:t>, </a:t>
            </a:r>
            <a:r>
              <a:rPr lang="es-ES" sz="1200" err="1">
                <a:latin typeface="Aptos"/>
              </a:rPr>
              <a:t>Cells</a:t>
            </a:r>
            <a:r>
              <a:rPr lang="es-ES" sz="1200">
                <a:ea typeface="+mn-lt"/>
                <a:cs typeface="+mn-lt"/>
              </a:rPr>
              <a:t>, and </a:t>
            </a:r>
            <a:r>
              <a:rPr lang="es-ES" sz="1200">
                <a:latin typeface="Aptos"/>
              </a:rPr>
              <a:t>Cell </a:t>
            </a:r>
            <a:r>
              <a:rPr lang="es-ES" sz="1200" err="1">
                <a:latin typeface="Aptos"/>
              </a:rPr>
              <a:t>Executions</a:t>
            </a:r>
            <a:r>
              <a:rPr lang="es-ES" sz="1200">
                <a:ea typeface="+mn-lt"/>
                <a:cs typeface="+mn-lt"/>
              </a:rPr>
              <a:t> tables </a:t>
            </a:r>
            <a:endParaRPr lang="es-ES" sz="1200" b="1">
              <a:ea typeface="+mn-lt"/>
              <a:cs typeface="+mn-lt"/>
            </a:endParaRPr>
          </a:p>
          <a:p>
            <a:pPr marL="171450" indent="-171450">
              <a:buFont typeface="Calibri"/>
              <a:buChar char="-"/>
            </a:pPr>
            <a:r>
              <a:rPr lang="es-ES" sz="1200" err="1">
                <a:ea typeface="+mn-lt"/>
                <a:cs typeface="+mn-lt"/>
              </a:rPr>
              <a:t>Code</a:t>
            </a:r>
            <a:r>
              <a:rPr lang="es-ES" sz="1200">
                <a:ea typeface="+mn-lt"/>
                <a:cs typeface="+mn-lt"/>
              </a:rPr>
              <a:t> Content and </a:t>
            </a:r>
            <a:r>
              <a:rPr lang="es-ES" sz="1200" err="1">
                <a:ea typeface="+mn-lt"/>
                <a:cs typeface="+mn-lt"/>
              </a:rPr>
              <a:t>Execution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Metadata</a:t>
            </a:r>
            <a:r>
              <a:rPr lang="es-ES" sz="1200">
                <a:ea typeface="+mn-lt"/>
                <a:cs typeface="+mn-lt"/>
              </a:rPr>
              <a:t> --&gt; </a:t>
            </a:r>
            <a:r>
              <a:rPr lang="es-ES" sz="1200" err="1">
                <a:ea typeface="+mn-lt"/>
                <a:cs typeface="+mn-lt"/>
              </a:rPr>
              <a:t>identify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coding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pattern</a:t>
            </a:r>
            <a:endParaRPr lang="es-ES" sz="1200">
              <a:ea typeface="+mn-lt"/>
              <a:cs typeface="+mn-lt"/>
            </a:endParaRPr>
          </a:p>
          <a:p>
            <a:pPr marL="171450" indent="-171450">
              <a:buFont typeface="Calibri"/>
              <a:buChar char="-"/>
            </a:pPr>
            <a:endParaRPr lang="es-ES" sz="1200">
              <a:ea typeface="+mn-lt"/>
              <a:cs typeface="+mn-lt"/>
            </a:endParaRPr>
          </a:p>
          <a:p>
            <a:pPr marL="171450" indent="-171450">
              <a:buFont typeface="Calibri"/>
              <a:buChar char="-"/>
            </a:pPr>
            <a:endParaRPr lang="es-ES" sz="1200">
              <a:ea typeface="+mn-lt"/>
              <a:cs typeface="+mn-lt"/>
            </a:endParaRPr>
          </a:p>
          <a:p>
            <a:pPr marL="171450" indent="-171450">
              <a:buFont typeface="Calibri"/>
              <a:buChar char="-"/>
            </a:pPr>
            <a:endParaRPr lang="es-ES" sz="1200">
              <a:ea typeface="+mn-lt"/>
              <a:cs typeface="+mn-l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9440BA6-A6EE-D510-7C14-837C9D25D4ED}"/>
              </a:ext>
            </a:extLst>
          </p:cNvPr>
          <p:cNvSpPr txBox="1"/>
          <p:nvPr/>
        </p:nvSpPr>
        <p:spPr>
          <a:xfrm>
            <a:off x="810207" y="6169495"/>
            <a:ext cx="2496963" cy="18856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38576" tIns="19289" rIns="38576" bIns="19289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200" b="1">
                <a:ea typeface="+mn-lt"/>
                <a:cs typeface="+mn-lt"/>
              </a:rPr>
              <a:t>5. </a:t>
            </a:r>
            <a:r>
              <a:rPr lang="es-ES" sz="1200" b="1" err="1">
                <a:ea typeface="+mn-lt"/>
                <a:cs typeface="+mn-lt"/>
              </a:rPr>
              <a:t>Analysis</a:t>
            </a:r>
            <a:endParaRPr lang="es-ES" sz="1200" b="1" err="1"/>
          </a:p>
          <a:p>
            <a:pPr marL="171450" indent="-171450">
              <a:buFont typeface="Calibri"/>
              <a:buChar char="-"/>
            </a:pPr>
            <a:r>
              <a:rPr lang="es-ES" sz="1200"/>
              <a:t>Descriptive </a:t>
            </a:r>
            <a:r>
              <a:rPr lang="es-ES" sz="1200" err="1"/>
              <a:t>statistics</a:t>
            </a:r>
            <a:r>
              <a:rPr lang="es-ES" sz="1200"/>
              <a:t>: </a:t>
            </a:r>
            <a:r>
              <a:rPr lang="es-ES" sz="1200" err="1"/>
              <a:t>sample</a:t>
            </a:r>
            <a:r>
              <a:rPr lang="es-ES" sz="1200"/>
              <a:t> </a:t>
            </a:r>
            <a:r>
              <a:rPr lang="es-ES" sz="1200" err="1"/>
              <a:t>characteristics</a:t>
            </a:r>
            <a:r>
              <a:rPr lang="es-ES" sz="1200"/>
              <a:t> + variables</a:t>
            </a:r>
          </a:p>
          <a:p>
            <a:pPr marL="171450" indent="-171450">
              <a:buFont typeface="Calibri"/>
              <a:buChar char="-"/>
            </a:pPr>
            <a:r>
              <a:rPr lang="es-ES" sz="1200" err="1"/>
              <a:t>Correlation</a:t>
            </a:r>
            <a:r>
              <a:rPr lang="es-ES" sz="1200"/>
              <a:t>: Spearman</a:t>
            </a:r>
          </a:p>
          <a:p>
            <a:pPr marL="171450" indent="-171450">
              <a:buFont typeface="Calibri"/>
              <a:buChar char="-"/>
            </a:pPr>
            <a:r>
              <a:rPr lang="es-ES" sz="1200" err="1"/>
              <a:t>Reliability</a:t>
            </a:r>
            <a:r>
              <a:rPr lang="es-ES" sz="1200"/>
              <a:t>-Test</a:t>
            </a:r>
          </a:p>
          <a:p>
            <a:pPr marL="171450" indent="-171450">
              <a:buFont typeface="Calibri"/>
              <a:buChar char="-"/>
            </a:pPr>
            <a:endParaRPr lang="es-ES" sz="1200"/>
          </a:p>
          <a:p>
            <a:pPr marL="171450" indent="-171450">
              <a:buFont typeface="Calibri"/>
              <a:buChar char="-"/>
            </a:pPr>
            <a:r>
              <a:rPr lang="es-ES" sz="1200" err="1"/>
              <a:t>How</a:t>
            </a:r>
            <a:r>
              <a:rPr lang="es-ES" sz="1200"/>
              <a:t> do </a:t>
            </a:r>
            <a:r>
              <a:rPr lang="es-ES" sz="1200" err="1"/>
              <a:t>students</a:t>
            </a:r>
            <a:r>
              <a:rPr lang="es-ES" sz="1200"/>
              <a:t> </a:t>
            </a:r>
            <a:r>
              <a:rPr lang="es-ES" sz="1200" err="1"/>
              <a:t>perceive</a:t>
            </a:r>
            <a:r>
              <a:rPr lang="es-ES" sz="1200"/>
              <a:t> </a:t>
            </a:r>
            <a:r>
              <a:rPr lang="es-ES" sz="1200" err="1"/>
              <a:t>Usability</a:t>
            </a:r>
            <a:r>
              <a:rPr lang="es-ES" sz="1200"/>
              <a:t>, </a:t>
            </a:r>
            <a:r>
              <a:rPr lang="es-ES" sz="1200" err="1"/>
              <a:t>Usefulness</a:t>
            </a:r>
            <a:r>
              <a:rPr lang="es-ES" sz="1200"/>
              <a:t>, </a:t>
            </a:r>
            <a:r>
              <a:rPr lang="es-ES" sz="1200" err="1"/>
              <a:t>Ease</a:t>
            </a:r>
            <a:r>
              <a:rPr lang="es-ES" sz="1200"/>
              <a:t> </a:t>
            </a:r>
            <a:r>
              <a:rPr lang="es-ES" sz="1200" err="1"/>
              <a:t>of</a:t>
            </a:r>
            <a:r>
              <a:rPr lang="es-ES" sz="1200"/>
              <a:t> Use, Cognitive Load </a:t>
            </a:r>
            <a:r>
              <a:rPr lang="es-ES" sz="1200" err="1"/>
              <a:t>of</a:t>
            </a:r>
            <a:r>
              <a:rPr lang="es-ES" sz="1200"/>
              <a:t> </a:t>
            </a:r>
            <a:r>
              <a:rPr lang="es-ES" sz="1200" err="1"/>
              <a:t>this</a:t>
            </a:r>
            <a:r>
              <a:rPr lang="es-ES" sz="1200"/>
              <a:t> </a:t>
            </a:r>
            <a:r>
              <a:rPr lang="es-ES" sz="1200" err="1"/>
              <a:t>dashboard</a:t>
            </a:r>
            <a:r>
              <a:rPr lang="es-ES" sz="1200"/>
              <a:t>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A986DDF-5E4E-0364-0F14-2DB0410D2F8E}"/>
              </a:ext>
            </a:extLst>
          </p:cNvPr>
          <p:cNvSpPr txBox="1"/>
          <p:nvPr/>
        </p:nvSpPr>
        <p:spPr>
          <a:xfrm>
            <a:off x="301316" y="4373367"/>
            <a:ext cx="3015065" cy="1146950"/>
          </a:xfrm>
          <a:prstGeom prst="rect">
            <a:avLst/>
          </a:prstGeom>
          <a:solidFill>
            <a:srgbClr val="FF6BAB"/>
          </a:solidFill>
        </p:spPr>
        <p:txBody>
          <a:bodyPr rot="0" spcFirstLastPara="0" vertOverflow="overflow" horzOverflow="overflow" vert="horz" wrap="square" lIns="38576" tIns="19289" rIns="38576" bIns="19289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200" b="1">
                <a:ea typeface="+mn-lt"/>
                <a:cs typeface="+mn-lt"/>
              </a:rPr>
              <a:t>6. </a:t>
            </a:r>
            <a:r>
              <a:rPr lang="es-ES" sz="1200" b="1" err="1">
                <a:ea typeface="+mn-lt"/>
                <a:cs typeface="+mn-lt"/>
              </a:rPr>
              <a:t>Representation</a:t>
            </a:r>
            <a:r>
              <a:rPr lang="es-ES" sz="1200" b="1">
                <a:ea typeface="+mn-lt"/>
                <a:cs typeface="+mn-lt"/>
              </a:rPr>
              <a:t> &amp; </a:t>
            </a:r>
            <a:r>
              <a:rPr lang="es-ES" sz="1200" b="1" err="1">
                <a:ea typeface="+mn-lt"/>
                <a:cs typeface="+mn-lt"/>
              </a:rPr>
              <a:t>Visualization</a:t>
            </a:r>
            <a:endParaRPr lang="es-ES" sz="1200" b="1" err="1"/>
          </a:p>
          <a:p>
            <a:pPr>
              <a:buFont typeface="Arial"/>
            </a:pPr>
            <a:r>
              <a:rPr lang="es-ES" sz="1200" err="1">
                <a:ea typeface="+mn-lt"/>
                <a:cs typeface="+mn-lt"/>
              </a:rPr>
              <a:t>The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dashboard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used</a:t>
            </a:r>
            <a:r>
              <a:rPr lang="es-ES" sz="1200">
                <a:ea typeface="+mn-lt"/>
                <a:cs typeface="+mn-lt"/>
              </a:rPr>
              <a:t>, </a:t>
            </a:r>
            <a:r>
              <a:rPr lang="es-ES" sz="1200" err="1">
                <a:ea typeface="+mn-lt"/>
                <a:cs typeface="+mn-lt"/>
              </a:rPr>
              <a:t>whose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audice</a:t>
            </a:r>
            <a:r>
              <a:rPr lang="es-ES" sz="1200">
                <a:ea typeface="+mn-lt"/>
                <a:cs typeface="+mn-lt"/>
              </a:rPr>
              <a:t> are </a:t>
            </a:r>
            <a:r>
              <a:rPr lang="es-ES" sz="1200" err="1">
                <a:ea typeface="+mn-lt"/>
                <a:cs typeface="+mn-lt"/>
              </a:rPr>
              <a:t>the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students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themselves</a:t>
            </a:r>
            <a:r>
              <a:rPr lang="es-ES" sz="1200">
                <a:ea typeface="+mn-lt"/>
                <a:cs typeface="+mn-lt"/>
              </a:rPr>
              <a:t>, </a:t>
            </a:r>
            <a:r>
              <a:rPr lang="es-ES" sz="1200" err="1">
                <a:ea typeface="+mn-lt"/>
                <a:cs typeface="+mn-lt"/>
              </a:rPr>
              <a:t>is</a:t>
            </a:r>
            <a:r>
              <a:rPr lang="es-ES" sz="1200">
                <a:ea typeface="+mn-lt"/>
                <a:cs typeface="+mn-lt"/>
              </a:rPr>
              <a:t> in real-time </a:t>
            </a:r>
            <a:r>
              <a:rPr lang="es-ES" sz="1200" err="1">
                <a:ea typeface="+mn-lt"/>
                <a:cs typeface="+mn-lt"/>
              </a:rPr>
              <a:t>updated</a:t>
            </a:r>
            <a:r>
              <a:rPr lang="es-ES" sz="1200">
                <a:ea typeface="+mn-lt"/>
                <a:cs typeface="+mn-lt"/>
              </a:rPr>
              <a:t>. </a:t>
            </a:r>
            <a:r>
              <a:rPr lang="es-ES" sz="1200" err="1">
                <a:ea typeface="+mn-lt"/>
                <a:cs typeface="+mn-lt"/>
              </a:rPr>
              <a:t>The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visualizations</a:t>
            </a:r>
            <a:r>
              <a:rPr lang="es-ES" sz="1200">
                <a:ea typeface="+mn-lt"/>
                <a:cs typeface="+mn-lt"/>
              </a:rPr>
              <a:t> are </a:t>
            </a:r>
            <a:r>
              <a:rPr lang="es-ES" sz="1200" err="1">
                <a:ea typeface="+mn-lt"/>
                <a:cs typeface="+mn-lt"/>
              </a:rPr>
              <a:t>explained</a:t>
            </a:r>
            <a:r>
              <a:rPr lang="es-ES" sz="1200">
                <a:ea typeface="+mn-lt"/>
                <a:cs typeface="+mn-lt"/>
              </a:rPr>
              <a:t> in </a:t>
            </a:r>
            <a:r>
              <a:rPr lang="es-ES" sz="1200" err="1">
                <a:ea typeface="+mn-lt"/>
                <a:cs typeface="+mn-lt"/>
              </a:rPr>
              <a:t>the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previous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sections</a:t>
            </a:r>
            <a:r>
              <a:rPr lang="es-ES" sz="1200">
                <a:ea typeface="+mn-lt"/>
                <a:cs typeface="+mn-lt"/>
              </a:rPr>
              <a:t>.</a:t>
            </a:r>
          </a:p>
          <a:p>
            <a:pPr>
              <a:buFont typeface="Arial"/>
            </a:pPr>
            <a:endParaRPr lang="es-ES" sz="1200">
              <a:ea typeface="+mn-lt"/>
              <a:cs typeface="+mn-lt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E055C50-4DF5-3C19-022C-DA52ACC9EF21}"/>
              </a:ext>
            </a:extLst>
          </p:cNvPr>
          <p:cNvSpPr txBox="1"/>
          <p:nvPr/>
        </p:nvSpPr>
        <p:spPr>
          <a:xfrm>
            <a:off x="287060" y="2070845"/>
            <a:ext cx="3032384" cy="1700948"/>
          </a:xfrm>
          <a:prstGeom prst="rect">
            <a:avLst/>
          </a:prstGeom>
          <a:solidFill>
            <a:srgbClr val="FF8787"/>
          </a:solidFill>
        </p:spPr>
        <p:txBody>
          <a:bodyPr rot="0" spcFirstLastPara="0" vertOverflow="overflow" horzOverflow="overflow" vert="horz" wrap="square" lIns="38576" tIns="19289" rIns="38576" bIns="19289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200" b="1">
                <a:ea typeface="+mn-lt"/>
                <a:cs typeface="+mn-lt"/>
              </a:rPr>
              <a:t>7. </a:t>
            </a:r>
            <a:r>
              <a:rPr lang="es-ES" sz="1200" b="1" err="1">
                <a:ea typeface="+mn-lt"/>
                <a:cs typeface="+mn-lt"/>
              </a:rPr>
              <a:t>Action</a:t>
            </a:r>
            <a:endParaRPr lang="es-ES" sz="1200" b="1" err="1"/>
          </a:p>
          <a:p>
            <a:r>
              <a:rPr lang="es-ES" sz="1200" err="1">
                <a:ea typeface="+mn-lt"/>
                <a:cs typeface="+mn-lt"/>
              </a:rPr>
              <a:t>Taken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by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the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Students</a:t>
            </a:r>
            <a:r>
              <a:rPr lang="es-ES" sz="1200">
                <a:ea typeface="+mn-lt"/>
                <a:cs typeface="+mn-lt"/>
              </a:rPr>
              <a:t> and, </a:t>
            </a:r>
            <a:r>
              <a:rPr lang="es-ES" sz="1200" err="1">
                <a:ea typeface="+mn-lt"/>
                <a:cs typeface="+mn-lt"/>
              </a:rPr>
              <a:t>if</a:t>
            </a:r>
            <a:r>
              <a:rPr lang="es-ES" sz="1200">
                <a:ea typeface="+mn-lt"/>
                <a:cs typeface="+mn-lt"/>
              </a:rPr>
              <a:t> a </a:t>
            </a:r>
            <a:r>
              <a:rPr lang="es-ES" sz="1200" err="1">
                <a:ea typeface="+mn-lt"/>
                <a:cs typeface="+mn-lt"/>
              </a:rPr>
              <a:t>Teacher's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dashboard</a:t>
            </a:r>
            <a:r>
              <a:rPr lang="es-ES" sz="1200">
                <a:ea typeface="+mn-lt"/>
                <a:cs typeface="+mn-lt"/>
              </a:rPr>
              <a:t> </a:t>
            </a:r>
            <a:r>
              <a:rPr lang="es-ES" sz="1200" err="1">
                <a:ea typeface="+mn-lt"/>
                <a:cs typeface="+mn-lt"/>
              </a:rPr>
              <a:t>is</a:t>
            </a:r>
            <a:r>
              <a:rPr lang="es-ES" sz="1200">
                <a:ea typeface="+mn-lt"/>
                <a:cs typeface="+mn-lt"/>
              </a:rPr>
              <a:t> in </a:t>
            </a:r>
            <a:r>
              <a:rPr lang="es-ES" sz="1200" err="1">
                <a:ea typeface="+mn-lt"/>
                <a:cs typeface="+mn-lt"/>
              </a:rPr>
              <a:t>the</a:t>
            </a:r>
            <a:r>
              <a:rPr lang="es-ES" sz="1200">
                <a:ea typeface="+mn-lt"/>
                <a:cs typeface="+mn-lt"/>
              </a:rPr>
              <a:t> future </a:t>
            </a:r>
            <a:r>
              <a:rPr lang="es-ES" sz="1200" err="1">
                <a:ea typeface="+mn-lt"/>
                <a:cs typeface="+mn-lt"/>
              </a:rPr>
              <a:t>designed</a:t>
            </a:r>
            <a:r>
              <a:rPr lang="es-ES" sz="1200">
                <a:ea typeface="+mn-lt"/>
                <a:cs typeface="+mn-lt"/>
              </a:rPr>
              <a:t>, </a:t>
            </a:r>
            <a:r>
              <a:rPr lang="es-ES" sz="1200" err="1">
                <a:ea typeface="+mn-lt"/>
                <a:cs typeface="+mn-lt"/>
              </a:rPr>
              <a:t>by</a:t>
            </a:r>
            <a:r>
              <a:rPr lang="es-ES" sz="1200">
                <a:ea typeface="+mn-lt"/>
                <a:cs typeface="+mn-lt"/>
              </a:rPr>
              <a:t> he </a:t>
            </a:r>
            <a:r>
              <a:rPr lang="es-ES" sz="1200" err="1">
                <a:ea typeface="+mn-lt"/>
                <a:cs typeface="+mn-lt"/>
              </a:rPr>
              <a:t>teachers</a:t>
            </a:r>
            <a:r>
              <a:rPr lang="es-ES" sz="1200">
                <a:ea typeface="+mn-lt"/>
                <a:cs typeface="+mn-lt"/>
              </a:rPr>
              <a:t>.</a:t>
            </a:r>
          </a:p>
          <a:p>
            <a:endParaRPr lang="es-ES" sz="1200">
              <a:ea typeface="+mn-lt"/>
              <a:cs typeface="+mn-lt"/>
            </a:endParaRPr>
          </a:p>
          <a:p>
            <a:endParaRPr lang="es-ES" sz="1200">
              <a:ea typeface="+mn-lt"/>
              <a:cs typeface="+mn-lt"/>
            </a:endParaRPr>
          </a:p>
          <a:p>
            <a:endParaRPr lang="es-ES" sz="1200">
              <a:ea typeface="+mn-lt"/>
              <a:cs typeface="+mn-lt"/>
            </a:endParaRPr>
          </a:p>
          <a:p>
            <a:endParaRPr lang="es-ES" sz="1200">
              <a:ea typeface="+mn-lt"/>
              <a:cs typeface="+mn-lt"/>
            </a:endParaRPr>
          </a:p>
          <a:p>
            <a:endParaRPr lang="es-ES" sz="1200">
              <a:ea typeface="+mn-lt"/>
              <a:cs typeface="+mn-lt"/>
            </a:endParaRPr>
          </a:p>
        </p:txBody>
      </p:sp>
      <p:sp>
        <p:nvSpPr>
          <p:cNvPr id="13" name="Flecha: curvada hacia abajo 12">
            <a:extLst>
              <a:ext uri="{FF2B5EF4-FFF2-40B4-BE49-F238E27FC236}">
                <a16:creationId xmlns:a16="http://schemas.microsoft.com/office/drawing/2014/main" id="{D48813B1-F1A3-8042-7CBC-278343DB3145}"/>
              </a:ext>
            </a:extLst>
          </p:cNvPr>
          <p:cNvSpPr/>
          <p:nvPr/>
        </p:nvSpPr>
        <p:spPr>
          <a:xfrm rot="3960000">
            <a:off x="4712641" y="1221962"/>
            <a:ext cx="1711200" cy="40739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4" name="Flecha: curvada hacia abajo 13">
            <a:extLst>
              <a:ext uri="{FF2B5EF4-FFF2-40B4-BE49-F238E27FC236}">
                <a16:creationId xmlns:a16="http://schemas.microsoft.com/office/drawing/2014/main" id="{6352CD51-9BF1-2C80-5970-D3B3AA206A20}"/>
              </a:ext>
            </a:extLst>
          </p:cNvPr>
          <p:cNvSpPr/>
          <p:nvPr/>
        </p:nvSpPr>
        <p:spPr>
          <a:xfrm rot="6480000">
            <a:off x="5545236" y="5929088"/>
            <a:ext cx="1589973" cy="476662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5" name="Flecha: hacia abajo 14">
            <a:extLst>
              <a:ext uri="{FF2B5EF4-FFF2-40B4-BE49-F238E27FC236}">
                <a16:creationId xmlns:a16="http://schemas.microsoft.com/office/drawing/2014/main" id="{D454FA05-FB87-051D-69D7-E439B6D205D0}"/>
              </a:ext>
            </a:extLst>
          </p:cNvPr>
          <p:cNvSpPr/>
          <p:nvPr/>
        </p:nvSpPr>
        <p:spPr>
          <a:xfrm rot="5400000">
            <a:off x="3309422" y="7507843"/>
            <a:ext cx="199571" cy="88899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Flecha: curvada hacia abajo 15">
            <a:extLst>
              <a:ext uri="{FF2B5EF4-FFF2-40B4-BE49-F238E27FC236}">
                <a16:creationId xmlns:a16="http://schemas.microsoft.com/office/drawing/2014/main" id="{7FA9A9A9-EAF8-7A73-E5A5-8F86FC5C0500}"/>
              </a:ext>
            </a:extLst>
          </p:cNvPr>
          <p:cNvSpPr/>
          <p:nvPr/>
        </p:nvSpPr>
        <p:spPr>
          <a:xfrm rot="14880000">
            <a:off x="-215617" y="5825695"/>
            <a:ext cx="1364837" cy="476662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" name="Flecha: hacia abajo 16">
            <a:extLst>
              <a:ext uri="{FF2B5EF4-FFF2-40B4-BE49-F238E27FC236}">
                <a16:creationId xmlns:a16="http://schemas.microsoft.com/office/drawing/2014/main" id="{A8EDF7AF-3B08-09C7-296C-C0DC335E7E7D}"/>
              </a:ext>
            </a:extLst>
          </p:cNvPr>
          <p:cNvSpPr/>
          <p:nvPr/>
        </p:nvSpPr>
        <p:spPr>
          <a:xfrm>
            <a:off x="5664695" y="3611252"/>
            <a:ext cx="199571" cy="88899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Flecha: hacia abajo 17">
            <a:extLst>
              <a:ext uri="{FF2B5EF4-FFF2-40B4-BE49-F238E27FC236}">
                <a16:creationId xmlns:a16="http://schemas.microsoft.com/office/drawing/2014/main" id="{58360B92-9DBA-2775-BF93-BAB97554E799}"/>
              </a:ext>
            </a:extLst>
          </p:cNvPr>
          <p:cNvSpPr/>
          <p:nvPr/>
        </p:nvSpPr>
        <p:spPr>
          <a:xfrm rot="10800000">
            <a:off x="1387103" y="2745343"/>
            <a:ext cx="199571" cy="16683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Flecha: curvada hacia abajo 18">
            <a:extLst>
              <a:ext uri="{FF2B5EF4-FFF2-40B4-BE49-F238E27FC236}">
                <a16:creationId xmlns:a16="http://schemas.microsoft.com/office/drawing/2014/main" id="{D5ACAE08-1657-CCA3-27CD-CC61D291E766}"/>
              </a:ext>
            </a:extLst>
          </p:cNvPr>
          <p:cNvSpPr/>
          <p:nvPr/>
        </p:nvSpPr>
        <p:spPr>
          <a:xfrm rot="-3840000">
            <a:off x="590500" y="1321766"/>
            <a:ext cx="1451428" cy="37275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Tema de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2026-02-25T17:03:40Z</dcterms:created>
  <dcterms:modified xsi:type="dcterms:W3CDTF">2026-02-25T18:11:45Z</dcterms:modified>
</cp:coreProperties>
</file>