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</p:sldMasterIdLst>
  <p:sldIdLst>
    <p:sldId id="256" r:id="rId31"/>
    <p:sldId id="257" r:id="rId32"/>
    <p:sldId id="258" r:id="rId33"/>
    <p:sldId id="259" r:id="rId34"/>
    <p:sldId id="260" r:id="rId35"/>
    <p:sldId id="261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</p:sldIdLst>
  <p:sldSz cx="12192000" cy="6858000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9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4.xml"/><Relationship Id="rId42" Type="http://schemas.openxmlformats.org/officeDocument/2006/relationships/slide" Target="slides/slide12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2.xml"/><Relationship Id="rId37" Type="http://schemas.openxmlformats.org/officeDocument/2006/relationships/slide" Target="slides/slide7.xml"/><Relationship Id="rId40" Type="http://schemas.openxmlformats.org/officeDocument/2006/relationships/slide" Target="slides/slide10.xml"/><Relationship Id="rId45" Type="http://schemas.openxmlformats.org/officeDocument/2006/relationships/slide" Target="slides/slide15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6.xml"/><Relationship Id="rId49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.xml"/><Relationship Id="rId44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5.xml"/><Relationship Id="rId43" Type="http://schemas.openxmlformats.org/officeDocument/2006/relationships/slide" Target="slides/slide13.xml"/><Relationship Id="rId48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3.xml"/><Relationship Id="rId38" Type="http://schemas.openxmlformats.org/officeDocument/2006/relationships/slide" Target="slides/slide8.xml"/><Relationship Id="rId46" Type="http://schemas.openxmlformats.org/officeDocument/2006/relationships/slide" Target="slides/slide16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ohne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mit Fokus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apita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590F6C83-3F15-41E7-99DD-99E4B2DCDD2A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ese/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6720F7-7847-4DBC-9765-1830D8E141D7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ollbild links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/Voll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85F25EA-505D-4947-86B1-4B09574C0532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s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C7033AD-2BAD-4572-B8C0-0E3F46892ECE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 links/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9A3E6789-540B-49F2-B040-B260DA60D714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gramm/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FAF4BE-1A88-41D0-BAF3-CA47EDD185C2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 links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E23800C1-5847-4455-91ED-49CA2BCB282F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 rechts/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3458DE9A-4B8C-4558-8055-9126A5C5E79F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1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wei Bilder/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4847F92E-F3AA-41C0-A092-D54154F251E2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ld/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8CBF3DEA-9226-47CF-AC80-F155FF556C08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B7C0487A-8297-40F2-8E79-646C691687AD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0CE91810-F9E5-4F1E-AFEA-FB5B09F13972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8764058A-3295-4E3C-BB1E-9FAFBEF05F5E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19BBC498-6184-4C6C-9AB5-1D008B0914B9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24BB324D-7818-40D0-97CD-3EA957F0B4A0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D97D5A8-2599-4D58-8B51-262FE2DA463B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4"/>
          </p:nvPr>
        </p:nvSpPr>
        <p:spPr/>
        <p:txBody>
          <a:bodyPr/>
          <a:lstStyle/>
          <a:p>
            <a:fld id="{B5352494-B7C6-483B-931D-F513438DEAA0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3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C8DB0E02-D877-410F-9ED8-D28E5D0BBECE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3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4726F2BC-657F-433E-B493-DD9DB05FE945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1DB516DA-D20A-4BE2-B4FB-DB2DF36D0C11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2"/>
          </p:nvPr>
        </p:nvSpPr>
        <p:spPr/>
        <p:txBody>
          <a:bodyPr/>
          <a:lstStyle/>
          <a:p>
            <a:fld id="{06826AE1-BE36-4C9C-AC5E-A2C789F4C5B6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E009F7D8-F9AE-4508-A14D-762BCA54A806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.png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.png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.png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.png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7"/>
          <p:cNvPicPr/>
          <p:nvPr/>
        </p:nvPicPr>
        <p:blipFill>
          <a:blip r:embed="rId3"/>
          <a:srcRect l="4856" t="28059" r="7678" b="28326"/>
          <a:stretch/>
        </p:blipFill>
        <p:spPr>
          <a:xfrm>
            <a:off x="0" y="0"/>
            <a:ext cx="12191760" cy="3419640"/>
          </a:xfrm>
          <a:prstGeom prst="rect">
            <a:avLst/>
          </a:prstGeom>
          <a:ln w="0">
            <a:noFill/>
          </a:ln>
        </p:spPr>
      </p:pic>
      <p:pic>
        <p:nvPicPr>
          <p:cNvPr id="7" name="Grafik 10"/>
          <p:cNvPicPr/>
          <p:nvPr/>
        </p:nvPicPr>
        <p:blipFill>
          <a:blip r:embed="rId4"/>
          <a:stretch/>
        </p:blipFill>
        <p:spPr>
          <a:xfrm>
            <a:off x="9797400" y="5614560"/>
            <a:ext cx="2394360" cy="9288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527760" y="6339600"/>
            <a:ext cx="7249680" cy="1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2"/>
                </a:solidFill>
                <a:latin typeface="Arial"/>
              </a:rPr>
              <a:t>Thema der Präsentation | Name | Datum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Textplatzhalter 8"/>
          <p:cNvSpPr/>
          <p:nvPr/>
        </p:nvSpPr>
        <p:spPr>
          <a:xfrm rot="553200">
            <a:off x="7430760" y="2364120"/>
            <a:ext cx="2018520" cy="2024280"/>
          </a:xfrm>
          <a:prstGeom prst="ellipse">
            <a:avLst/>
          </a:prstGeom>
          <a:solidFill>
            <a:srgbClr val="004C93"/>
          </a:solidFill>
          <a:ln w="0">
            <a:noFill/>
          </a:ln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inor"/>
        </p:style>
        <p:txBody>
          <a:bodyPr lIns="36000" tIns="144000" rIns="0" bIns="3600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Optional ein Störer mit Text zu dem Thema.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27760" y="433152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600" b="1" i="1" strike="noStrike" spc="-1">
                <a:solidFill>
                  <a:schemeClr val="dk2"/>
                </a:solidFill>
                <a:latin typeface="Arial"/>
              </a:rPr>
              <a:t>Hier steht der Titel</a:t>
            </a:r>
            <a:endParaRPr lang="de-DE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527760" y="484668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dk2"/>
                </a:solidFill>
                <a:latin typeface="Arial"/>
              </a:rPr>
              <a:t>Und hier der Untertitel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7"/>
          <p:cNvPicPr/>
          <p:nvPr/>
        </p:nvPicPr>
        <p:blipFill>
          <a:blip r:embed="rId3"/>
          <a:srcRect l="4856" t="28059" r="7678" b="28326"/>
          <a:stretch/>
        </p:blipFill>
        <p:spPr>
          <a:xfrm>
            <a:off x="0" y="0"/>
            <a:ext cx="12191760" cy="3419640"/>
          </a:xfrm>
          <a:prstGeom prst="rect">
            <a:avLst/>
          </a:prstGeom>
          <a:ln w="0">
            <a:noFill/>
          </a:ln>
        </p:spPr>
      </p:pic>
      <p:pic>
        <p:nvPicPr>
          <p:cNvPr id="7" name="Grafik 10"/>
          <p:cNvPicPr/>
          <p:nvPr/>
        </p:nvPicPr>
        <p:blipFill>
          <a:blip r:embed="rId4"/>
          <a:stretch/>
        </p:blipFill>
        <p:spPr>
          <a:xfrm>
            <a:off x="9797400" y="5614560"/>
            <a:ext cx="2394360" cy="92880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527760" y="6339600"/>
            <a:ext cx="7249680" cy="1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2"/>
                </a:solidFill>
                <a:latin typeface="Arial"/>
              </a:rPr>
              <a:t>Thema der Präsentation | Name | Datum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27760" y="433152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600" b="1" i="1" strike="noStrike" spc="-1">
                <a:solidFill>
                  <a:schemeClr val="dk2"/>
                </a:solidFill>
                <a:latin typeface="Arial"/>
              </a:rPr>
              <a:t>Hier steht der Titel</a:t>
            </a:r>
            <a:endParaRPr lang="de-DE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27760" y="484668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dk2"/>
                </a:solidFill>
                <a:latin typeface="Arial"/>
              </a:rPr>
              <a:t>Und hier der Untertitel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2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3" name="Grafik 10"/>
          <p:cNvPicPr/>
          <p:nvPr/>
        </p:nvPicPr>
        <p:blipFill>
          <a:blip r:embed="rId4"/>
          <a:stretch/>
        </p:blipFill>
        <p:spPr>
          <a:xfrm>
            <a:off x="9797400" y="5614560"/>
            <a:ext cx="2394360" cy="92880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body"/>
          </p:nvPr>
        </p:nvSpPr>
        <p:spPr>
          <a:xfrm>
            <a:off x="527760" y="6358680"/>
            <a:ext cx="7249680" cy="1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2"/>
                </a:solidFill>
                <a:latin typeface="Arial"/>
              </a:rPr>
              <a:t>Thema der Präsentation | Name | Datum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27760" y="433152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600" b="1" i="1" strike="noStrike" spc="-1">
                <a:solidFill>
                  <a:schemeClr val="dk2"/>
                </a:solidFill>
                <a:latin typeface="Arial"/>
              </a:rPr>
              <a:t>Hier steht der Titel</a:t>
            </a:r>
            <a:endParaRPr lang="de-DE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27760" y="484668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dk2"/>
                </a:solidFill>
                <a:latin typeface="Arial"/>
              </a:rPr>
              <a:t>Und hier der Untertitel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341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pic>
        <p:nvPicPr>
          <p:cNvPr id="18" name="Grafik 14"/>
          <p:cNvPicPr/>
          <p:nvPr/>
        </p:nvPicPr>
        <p:blipFill>
          <a:blip r:embed="rId3"/>
          <a:stretch/>
        </p:blipFill>
        <p:spPr>
          <a:xfrm>
            <a:off x="9797400" y="5614560"/>
            <a:ext cx="2394360" cy="928800"/>
          </a:xfrm>
          <a:prstGeom prst="rect">
            <a:avLst/>
          </a:prstGeom>
          <a:ln w="0">
            <a:noFill/>
          </a:ln>
        </p:spPr>
      </p:pic>
      <p:cxnSp>
        <p:nvCxnSpPr>
          <p:cNvPr id="19" name="Gerader Verbinder 17"/>
          <p:cNvCxnSpPr/>
          <p:nvPr/>
        </p:nvCxnSpPr>
        <p:spPr>
          <a:xfrm>
            <a:off x="0" y="729720"/>
            <a:ext cx="8397000" cy="360"/>
          </a:xfrm>
          <a:prstGeom prst="straightConnector1">
            <a:avLst/>
          </a:prstGeom>
          <a:ln w="76200">
            <a:solidFill>
              <a:srgbClr val="EC7206"/>
            </a:solidFill>
          </a:ln>
        </p:spPr>
      </p:cxnSp>
      <p:cxnSp>
        <p:nvCxnSpPr>
          <p:cNvPr id="20" name="Gerader Verbinder 22"/>
          <p:cNvCxnSpPr/>
          <p:nvPr/>
        </p:nvCxnSpPr>
        <p:spPr>
          <a:xfrm>
            <a:off x="8396640" y="697680"/>
            <a:ext cx="360" cy="4806360"/>
          </a:xfrm>
          <a:prstGeom prst="straightConnector1">
            <a:avLst/>
          </a:prstGeom>
          <a:ln w="76200">
            <a:solidFill>
              <a:srgbClr val="EC7206"/>
            </a:solidFill>
          </a:ln>
        </p:spPr>
      </p:cxn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27760" y="6339600"/>
            <a:ext cx="7249680" cy="1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2"/>
                </a:solidFill>
                <a:latin typeface="Arial"/>
              </a:rPr>
              <a:t>Thema der Präsentation | Name | Datum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27760" y="433152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600" b="1" i="1" strike="noStrike" spc="-1">
                <a:solidFill>
                  <a:schemeClr val="dk2"/>
                </a:solidFill>
                <a:latin typeface="Arial"/>
              </a:rPr>
              <a:t>Hier steht der Titel</a:t>
            </a:r>
            <a:endParaRPr lang="de-DE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27760" y="484668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dk2"/>
                </a:solidFill>
                <a:latin typeface="Arial"/>
              </a:rPr>
              <a:t>Und hier der Untertitel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24" name="Gerader Verbinder 13"/>
          <p:cNvCxnSpPr/>
          <p:nvPr/>
        </p:nvCxnSpPr>
        <p:spPr>
          <a:xfrm>
            <a:off x="1828800" y="5462640"/>
            <a:ext cx="6568200" cy="360"/>
          </a:xfrm>
          <a:prstGeom prst="straightConnector1">
            <a:avLst/>
          </a:prstGeom>
          <a:ln w="76200">
            <a:solidFill>
              <a:srgbClr val="EC7206"/>
            </a:solidFill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fik 3"/>
          <p:cNvPicPr/>
          <p:nvPr/>
        </p:nvPicPr>
        <p:blipFill>
          <a:blip r:embed="rId3"/>
          <a:srcRect l="4856" t="28059" r="7678" b="28326"/>
          <a:stretch/>
        </p:blipFill>
        <p:spPr>
          <a:xfrm>
            <a:off x="0" y="0"/>
            <a:ext cx="12191760" cy="341964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body"/>
          </p:nvPr>
        </p:nvSpPr>
        <p:spPr>
          <a:xfrm>
            <a:off x="527760" y="433152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600" b="1" i="1" strike="noStrike" spc="-1">
                <a:solidFill>
                  <a:schemeClr val="dk2"/>
                </a:solidFill>
                <a:latin typeface="Arial"/>
              </a:rPr>
              <a:t>Hier steht das nächste Kapitel</a:t>
            </a:r>
            <a:endParaRPr lang="de-DE" sz="36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7" name="Grafik 7"/>
          <p:cNvPicPr/>
          <p:nvPr/>
        </p:nvPicPr>
        <p:blipFill>
          <a:blip r:embed="rId4"/>
          <a:stretch/>
        </p:blipFill>
        <p:spPr>
          <a:xfrm>
            <a:off x="9797400" y="334080"/>
            <a:ext cx="2394360" cy="92880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27760" y="484668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dk2"/>
                </a:solidFill>
                <a:latin typeface="Arial"/>
              </a:rPr>
              <a:t>Und hier der Untertitel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BFAE2C-E133-48C9-9ED1-BFE627F29CBE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2"/>
          </p:nvPr>
        </p:nvSpPr>
        <p:spPr>
          <a:xfrm>
            <a:off x="529200" y="6338160"/>
            <a:ext cx="1325520" cy="3646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7"/>
          <p:cNvPicPr/>
          <p:nvPr/>
        </p:nvPicPr>
        <p:blipFill>
          <a:blip r:embed="rId3"/>
          <a:srcRect l="4856" t="28059" r="7678" b="28326"/>
          <a:stretch/>
        </p:blipFill>
        <p:spPr>
          <a:xfrm>
            <a:off x="0" y="0"/>
            <a:ext cx="12191760" cy="3419640"/>
          </a:xfrm>
          <a:prstGeom prst="rect">
            <a:avLst/>
          </a:prstGeom>
          <a:ln w="0">
            <a:noFill/>
          </a:ln>
        </p:spPr>
      </p:pic>
      <p:pic>
        <p:nvPicPr>
          <p:cNvPr id="32" name="Grafik 10"/>
          <p:cNvPicPr/>
          <p:nvPr/>
        </p:nvPicPr>
        <p:blipFill>
          <a:blip r:embed="rId4"/>
          <a:stretch/>
        </p:blipFill>
        <p:spPr>
          <a:xfrm>
            <a:off x="9797400" y="5614560"/>
            <a:ext cx="2394360" cy="92880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527760" y="4341600"/>
            <a:ext cx="9040320" cy="52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600" b="1" i="1" strike="noStrike" spc="-1">
                <a:solidFill>
                  <a:schemeClr val="dk2"/>
                </a:solidFill>
                <a:latin typeface="Arial"/>
              </a:rPr>
              <a:t>Vielen Dank für Ihre Aufmerksamkeit!</a:t>
            </a:r>
            <a:endParaRPr lang="de-DE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27760" y="5093280"/>
            <a:ext cx="9040320" cy="52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Name | Kontaktinformationen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521640" y="6339600"/>
            <a:ext cx="9084600" cy="1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2"/>
                </a:solidFill>
                <a:latin typeface="Arial"/>
              </a:rPr>
              <a:t>Thema der Präsentation | Datum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523440" y="742680"/>
            <a:ext cx="9783360" cy="24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23440" y="2004480"/>
            <a:ext cx="11157120" cy="3182400"/>
          </a:xfrm>
          <a:prstGeom prst="rect">
            <a:avLst/>
          </a:prstGeom>
          <a:noFill/>
          <a:ln w="0">
            <a:noFill/>
          </a:ln>
        </p:spPr>
        <p:txBody>
          <a:bodyPr lIns="0" tIns="36000" rIns="90000" bIns="45000" anchor="t">
            <a:noAutofit/>
          </a:bodyPr>
          <a:lstStyle/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i="1" strike="noStrike" spc="-1">
                <a:solidFill>
                  <a:schemeClr val="dk2"/>
                </a:solidFill>
                <a:latin typeface="Arial"/>
              </a:rPr>
              <a:t>Hier kann eine These, ein Zitat oder Ähnliches stehen.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3200" b="0" strike="noStrike" spc="-1">
              <a:solidFill>
                <a:schemeClr val="dk1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i="1" strike="noStrike" spc="-1">
                <a:solidFill>
                  <a:schemeClr val="dk2"/>
                </a:solidFill>
                <a:latin typeface="Arial"/>
              </a:rPr>
              <a:t>„Lorem ipsum dolor sit amet. Qui sunt et endipsum rae pratemo uptas dipsum.“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3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2B1E09-7C9C-45ED-A63D-0BCE86D1D2B1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4"/>
          </p:nvPr>
        </p:nvSpPr>
        <p:spPr>
          <a:xfrm>
            <a:off x="529200" y="6338160"/>
            <a:ext cx="1325520" cy="3646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1" name="Grafik 9"/>
          <p:cNvPicPr/>
          <p:nvPr/>
        </p:nvPicPr>
        <p:blipFill>
          <a:blip r:embed="rId3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7007400" y="5294160"/>
            <a:ext cx="4673160" cy="8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4C93"/>
              </a:buClr>
              <a:buFont typeface="Symbol" charset="2"/>
              <a:buChar char=""/>
            </a:pPr>
            <a:r>
              <a:rPr lang="de-DE" sz="1800" b="1" i="1" strike="noStrike" spc="-1">
                <a:solidFill>
                  <a:schemeClr val="dk2"/>
                </a:solidFill>
                <a:latin typeface="Arial"/>
              </a:rPr>
              <a:t>Max Mustermann (2021) </a:t>
            </a:r>
            <a:br>
              <a:rPr sz="1800"/>
            </a:br>
            <a:r>
              <a:rPr lang="de-DE" sz="1800" b="1" i="1" strike="noStrike" spc="-1">
                <a:solidFill>
                  <a:schemeClr val="dk2"/>
                </a:solidFill>
                <a:latin typeface="Arial"/>
              </a:rPr>
              <a:t>(mgl. Platz zur Nennung des Autors/der Quelle)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514800" y="642240"/>
            <a:ext cx="580068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0" y="1290960"/>
            <a:ext cx="12191760" cy="400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59922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46" name="Foliennummernplatzhalter 5"/>
          <p:cNvSpPr/>
          <p:nvPr/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4E38405D-A607-4EB6-A74F-D6A6A37EF580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Datumsplatzhalter 3"/>
          <p:cNvSpPr/>
          <p:nvPr/>
        </p:nvSpPr>
        <p:spPr>
          <a:xfrm>
            <a:off x="529200" y="6338160"/>
            <a:ext cx="13255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3192B8DE-DDCE-4C74-96CB-4135A375A82F}" type="datetime1">
              <a:rPr lang="de-DE" sz="1400" b="0" strike="noStrike" spc="-1">
                <a:solidFill>
                  <a:schemeClr val="dk2"/>
                </a:solidFill>
                <a:latin typeface="Arial"/>
              </a:rPr>
              <a:t>25.11.2025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529200" y="6034320"/>
            <a:ext cx="1114776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body"/>
          </p:nvPr>
        </p:nvSpPr>
        <p:spPr>
          <a:xfrm>
            <a:off x="514800" y="642240"/>
            <a:ext cx="580068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0" y="1290960"/>
            <a:ext cx="12191760" cy="400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4800" y="5569200"/>
            <a:ext cx="10565280" cy="7081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1" strike="noStrike" spc="-1">
                <a:solidFill>
                  <a:schemeClr val="dk2"/>
                </a:solidFill>
                <a:latin typeface="Arial"/>
              </a:rPr>
              <a:t>Bildbeschreibung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3" name="Foliennummernplatzhalter 5"/>
          <p:cNvSpPr/>
          <p:nvPr/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endParaRPr lang="de-DE" sz="1400" b="1" strike="noStrike" spc="-1">
              <a:solidFill>
                <a:schemeClr val="dk2"/>
              </a:solidFill>
              <a:latin typeface="Arial"/>
            </a:endParaRPr>
          </a:p>
        </p:txBody>
      </p:sp>
      <p:sp>
        <p:nvSpPr>
          <p:cNvPr id="54" name="Rechteck 2"/>
          <p:cNvSpPr/>
          <p:nvPr/>
        </p:nvSpPr>
        <p:spPr>
          <a:xfrm>
            <a:off x="6315480" y="6251040"/>
            <a:ext cx="5875920" cy="334080"/>
          </a:xfrm>
          <a:prstGeom prst="rect">
            <a:avLst/>
          </a:prstGeom>
          <a:solidFill>
            <a:schemeClr val="tx2"/>
          </a:solidFill>
          <a:ln>
            <a:solidFill>
              <a:srgbClr val="AE5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319800" y="6294600"/>
            <a:ext cx="534276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lt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609552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478200" y="1467000"/>
            <a:ext cx="5184360" cy="7081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96628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strike="noStrike" spc="-1">
                <a:solidFill>
                  <a:schemeClr val="dk2"/>
                </a:solidFill>
                <a:latin typeface="Arial"/>
              </a:rPr>
              <a:t>Kleine Headline, die über mehrere Zeilen läuft.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478200" y="2769480"/>
            <a:ext cx="5184360" cy="32086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498360" y="753480"/>
            <a:ext cx="3826080" cy="52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Foliennummernplatzhalter 5"/>
          <p:cNvSpPr/>
          <p:nvPr/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4B8FA214-0AA0-4E3C-95BF-56E92B56E22A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Grafik 14"/>
          <p:cNvPicPr/>
          <p:nvPr/>
        </p:nvPicPr>
        <p:blipFill>
          <a:blip r:embed="rId3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465960" y="6034320"/>
            <a:ext cx="521100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dt" idx="5"/>
          </p:nvPr>
        </p:nvSpPr>
        <p:spPr>
          <a:xfrm>
            <a:off x="647496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body"/>
          </p:nvPr>
        </p:nvSpPr>
        <p:spPr>
          <a:xfrm>
            <a:off x="6482520" y="0"/>
            <a:ext cx="570924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20200" y="1469520"/>
            <a:ext cx="5188680" cy="7081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96628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strike="noStrike" spc="-1">
                <a:solidFill>
                  <a:schemeClr val="dk2"/>
                </a:solidFill>
                <a:latin typeface="Arial"/>
              </a:rPr>
              <a:t>Kleine Headline, die über mehrere Zeilen läuft.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23440" y="741960"/>
            <a:ext cx="518544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6"/>
          </p:nvPr>
        </p:nvSpPr>
        <p:spPr>
          <a:xfrm>
            <a:off x="428436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E7220C-BA14-4585-B159-07AFD525AEF2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23440" y="2769480"/>
            <a:ext cx="5191200" cy="3213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69" name="PlaceHolder 6"/>
          <p:cNvSpPr>
            <a:spLocks noGrp="1"/>
          </p:cNvSpPr>
          <p:nvPr>
            <p:ph type="body"/>
          </p:nvPr>
        </p:nvSpPr>
        <p:spPr>
          <a:xfrm>
            <a:off x="523440" y="6034320"/>
            <a:ext cx="518580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0" name="PlaceHolder 7"/>
          <p:cNvSpPr>
            <a:spLocks noGrp="1"/>
          </p:cNvSpPr>
          <p:nvPr>
            <p:ph type="dt" idx="7"/>
          </p:nvPr>
        </p:nvSpPr>
        <p:spPr>
          <a:xfrm>
            <a:off x="52344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body"/>
          </p:nvPr>
        </p:nvSpPr>
        <p:spPr>
          <a:xfrm>
            <a:off x="523440" y="1374840"/>
            <a:ext cx="980964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Hier steht der Titel der Folie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23800" y="2760840"/>
            <a:ext cx="11147760" cy="3222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1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1" strike="noStrike" spc="-1">
                <a:solidFill>
                  <a:schemeClr val="dk1"/>
                </a:solidFill>
                <a:latin typeface="Arial"/>
              </a:rPr>
              <a:t>Zweite Ebene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1" strike="noStrike" spc="-1">
                <a:solidFill>
                  <a:schemeClr val="dk1"/>
                </a:solidFill>
                <a:latin typeface="Arial"/>
              </a:rPr>
              <a:t>Dritte Ebene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1" strike="noStrike" spc="-1">
                <a:solidFill>
                  <a:schemeClr val="dk1"/>
                </a:solidFill>
                <a:latin typeface="Arial"/>
              </a:rPr>
              <a:t>Vierte Ebene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4C93"/>
              </a:buClr>
              <a:buFont typeface="Arial"/>
              <a:buAutoNum type="arabicPeriod"/>
            </a:pPr>
            <a:r>
              <a:rPr lang="de-DE" sz="2400" b="1" strike="noStrike" spc="-1">
                <a:solidFill>
                  <a:schemeClr val="dk1"/>
                </a:solidFill>
                <a:latin typeface="Arial"/>
              </a:rPr>
              <a:t>Fünfte Ebene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23440" y="743400"/>
            <a:ext cx="980964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8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6EF74A-DE99-4814-9550-422DD0F151DA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5" name="Grafik 11"/>
          <p:cNvPicPr/>
          <p:nvPr/>
        </p:nvPicPr>
        <p:blipFill>
          <a:blip r:embed="rId3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5"/>
          <p:cNvSpPr>
            <a:spLocks noGrp="1"/>
          </p:cNvSpPr>
          <p:nvPr>
            <p:ph type="dt" idx="9"/>
          </p:nvPr>
        </p:nvSpPr>
        <p:spPr>
          <a:xfrm>
            <a:off x="51480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body"/>
          </p:nvPr>
        </p:nvSpPr>
        <p:spPr>
          <a:xfrm>
            <a:off x="514800" y="2769840"/>
            <a:ext cx="5202000" cy="31957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474960" y="2769840"/>
            <a:ext cx="5202000" cy="3195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523440" y="742680"/>
            <a:ext cx="9801000" cy="24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sldNum" idx="10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992AB4-1F73-437C-A949-94E03A02F974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dt" idx="11"/>
          </p:nvPr>
        </p:nvSpPr>
        <p:spPr>
          <a:xfrm>
            <a:off x="51480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2" name="Grafik 13"/>
          <p:cNvPicPr/>
          <p:nvPr/>
        </p:nvPicPr>
        <p:blipFill>
          <a:blip r:embed="rId3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6465960" y="6034320"/>
            <a:ext cx="521100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body"/>
          </p:nvPr>
        </p:nvSpPr>
        <p:spPr>
          <a:xfrm>
            <a:off x="523440" y="1391040"/>
            <a:ext cx="980712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Hier steht der Titel der Folie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468120" y="2760840"/>
            <a:ext cx="5199840" cy="31996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23440" y="2760840"/>
            <a:ext cx="5199840" cy="319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23440" y="743400"/>
            <a:ext cx="9807120" cy="26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sldNum" idx="12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6ACA20-CB1C-41AF-8371-B4F76A85A5B2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9" name="Grafik 29"/>
          <p:cNvPicPr/>
          <p:nvPr/>
        </p:nvPicPr>
        <p:blipFill>
          <a:blip r:embed="rId3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6"/>
          <p:cNvSpPr>
            <a:spLocks noGrp="1"/>
          </p:cNvSpPr>
          <p:nvPr>
            <p:ph type="body"/>
          </p:nvPr>
        </p:nvSpPr>
        <p:spPr>
          <a:xfrm>
            <a:off x="512640" y="6034320"/>
            <a:ext cx="521100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 type="dt" idx="13"/>
          </p:nvPr>
        </p:nvSpPr>
        <p:spPr>
          <a:xfrm>
            <a:off x="51480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body"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Hier steht der Titel der Folie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477120" y="2769840"/>
            <a:ext cx="5191200" cy="320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23440" y="2769840"/>
            <a:ext cx="5191200" cy="3204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sldNum" idx="14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84E833-7E5C-417F-A1C6-949854873142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7" name="Grafik 10"/>
          <p:cNvPicPr/>
          <p:nvPr/>
        </p:nvPicPr>
        <p:blipFill>
          <a:blip r:embed="rId3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6"/>
          <p:cNvSpPr>
            <a:spLocks noGrp="1"/>
          </p:cNvSpPr>
          <p:nvPr>
            <p:ph type="body"/>
          </p:nvPr>
        </p:nvSpPr>
        <p:spPr>
          <a:xfrm>
            <a:off x="6465960" y="6034320"/>
            <a:ext cx="521100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9" name="PlaceHolder 7"/>
          <p:cNvSpPr>
            <a:spLocks noGrp="1"/>
          </p:cNvSpPr>
          <p:nvPr>
            <p:ph type="dt" idx="15"/>
          </p:nvPr>
        </p:nvSpPr>
        <p:spPr>
          <a:xfrm>
            <a:off x="51480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8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body"/>
          </p:nvPr>
        </p:nvSpPr>
        <p:spPr>
          <a:xfrm>
            <a:off x="523440" y="1476360"/>
            <a:ext cx="5184720" cy="7081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96628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strike="noStrike" spc="-1">
                <a:solidFill>
                  <a:schemeClr val="dk2"/>
                </a:solidFill>
                <a:latin typeface="Arial"/>
              </a:rPr>
              <a:t>Kleine Headline, die über </a:t>
            </a:r>
            <a:br>
              <a:rPr sz="2400"/>
            </a:br>
            <a:r>
              <a:rPr lang="de-DE" sz="2400" b="1" strike="noStrike" spc="-1">
                <a:solidFill>
                  <a:schemeClr val="dk2"/>
                </a:solidFill>
                <a:latin typeface="Arial"/>
              </a:rPr>
              <a:t>mehrere Zeilen läuft.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523440" y="2667600"/>
            <a:ext cx="5193720" cy="20602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523440" y="5102640"/>
            <a:ext cx="5202360" cy="8607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144000" tIns="144000" rIns="144000" bIns="144000" anchor="t">
            <a:noAutofit/>
          </a:bodyPr>
          <a:lstStyle/>
          <a:p>
            <a:pPr indent="0" defTabSz="914400">
              <a:lnSpc>
                <a:spcPts val="2401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Ein kleiner, hervorgehobener Textbereich, der über eine oder mehrere Zeilen läuft.</a:t>
            </a: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6483240" y="1476360"/>
            <a:ext cx="5193720" cy="450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05" name="PlaceHolder 5"/>
          <p:cNvSpPr>
            <a:spLocks noGrp="1"/>
          </p:cNvSpPr>
          <p:nvPr>
            <p:ph type="body"/>
          </p:nvPr>
        </p:nvSpPr>
        <p:spPr>
          <a:xfrm>
            <a:off x="523440" y="746280"/>
            <a:ext cx="979848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sldNum" idx="16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7DE7CE-7CA8-4CC5-BD5D-0AE1AA095DCE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PlaceHolder 7"/>
          <p:cNvSpPr>
            <a:spLocks noGrp="1"/>
          </p:cNvSpPr>
          <p:nvPr>
            <p:ph type="dt" idx="17"/>
          </p:nvPr>
        </p:nvSpPr>
        <p:spPr>
          <a:xfrm>
            <a:off x="529200" y="6338160"/>
            <a:ext cx="1325520" cy="3646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8" name="Grafik 15"/>
          <p:cNvPicPr/>
          <p:nvPr/>
        </p:nvPicPr>
        <p:blipFill>
          <a:blip r:embed="rId3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109" name="PlaceHolder 8"/>
          <p:cNvSpPr>
            <a:spLocks noGrp="1"/>
          </p:cNvSpPr>
          <p:nvPr>
            <p:ph type="body"/>
          </p:nvPr>
        </p:nvSpPr>
        <p:spPr>
          <a:xfrm>
            <a:off x="6465960" y="6034320"/>
            <a:ext cx="521100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body"/>
          </p:nvPr>
        </p:nvSpPr>
        <p:spPr>
          <a:xfrm>
            <a:off x="514800" y="1995840"/>
            <a:ext cx="2543040" cy="397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3178080" y="1995840"/>
            <a:ext cx="2543040" cy="397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470280" y="2760840"/>
            <a:ext cx="5206680" cy="1881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470280" y="4879800"/>
            <a:ext cx="5206680" cy="1077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144000" tIns="144000" rIns="144000" bIns="144000" anchor="t">
            <a:noAutofit/>
          </a:bodyPr>
          <a:lstStyle/>
          <a:p>
            <a:pPr indent="0" defTabSz="914400">
              <a:lnSpc>
                <a:spcPts val="2401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Ein kleiner, hervorgehobener Textbereich, der über eine oder mehrere Zeilen läuft.</a:t>
            </a: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523440" y="750600"/>
            <a:ext cx="980712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sldNum" idx="18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70BE06-B2DF-481E-843D-E5C9027808C8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6" name="Grafik 19"/>
          <p:cNvPicPr/>
          <p:nvPr/>
        </p:nvPicPr>
        <p:blipFill>
          <a:blip r:embed="rId3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117" name="PlaceHolder 7"/>
          <p:cNvSpPr>
            <a:spLocks noGrp="1"/>
          </p:cNvSpPr>
          <p:nvPr>
            <p:ph type="dt" idx="19"/>
          </p:nvPr>
        </p:nvSpPr>
        <p:spPr>
          <a:xfrm>
            <a:off x="51480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8"/>
          <p:cNvSpPr>
            <a:spLocks noGrp="1"/>
          </p:cNvSpPr>
          <p:nvPr>
            <p:ph type="body"/>
          </p:nvPr>
        </p:nvSpPr>
        <p:spPr>
          <a:xfrm>
            <a:off x="514080" y="6037560"/>
            <a:ext cx="254304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9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9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PlaceHolder 9"/>
          <p:cNvSpPr>
            <a:spLocks noGrp="1"/>
          </p:cNvSpPr>
          <p:nvPr>
            <p:ph type="body"/>
          </p:nvPr>
        </p:nvSpPr>
        <p:spPr>
          <a:xfrm>
            <a:off x="3178080" y="6038640"/>
            <a:ext cx="254304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9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9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body"/>
          </p:nvPr>
        </p:nvSpPr>
        <p:spPr>
          <a:xfrm>
            <a:off x="6480720" y="1995840"/>
            <a:ext cx="5190480" cy="113400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1" strike="noStrike" spc="-1">
                <a:solidFill>
                  <a:schemeClr val="dk2"/>
                </a:solidFill>
                <a:latin typeface="Arial"/>
              </a:rPr>
              <a:t>Kleiner Einleitungstext 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477480" y="3429000"/>
            <a:ext cx="5190480" cy="25318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23440" y="1995840"/>
            <a:ext cx="5190480" cy="396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523440" y="744840"/>
            <a:ext cx="9798480" cy="28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sldNum" idx="20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285F00-73CC-447E-A0E2-5004651F8C00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5" name="Grafik 15"/>
          <p:cNvPicPr/>
          <p:nvPr/>
        </p:nvPicPr>
        <p:blipFill>
          <a:blip r:embed="rId3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6"/>
          <p:cNvSpPr>
            <a:spLocks noGrp="1"/>
          </p:cNvSpPr>
          <p:nvPr>
            <p:ph type="body"/>
          </p:nvPr>
        </p:nvSpPr>
        <p:spPr>
          <a:xfrm>
            <a:off x="520200" y="6034320"/>
            <a:ext cx="519048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 type="dt" idx="21"/>
          </p:nvPr>
        </p:nvSpPr>
        <p:spPr>
          <a:xfrm>
            <a:off x="51480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body"/>
          </p:nvPr>
        </p:nvSpPr>
        <p:spPr>
          <a:xfrm>
            <a:off x="6477480" y="4123440"/>
            <a:ext cx="5199480" cy="1837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144000" tIns="144000" rIns="144000" bIns="144000" anchor="t">
            <a:normAutofit fontScale="80688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477480" y="2769480"/>
            <a:ext cx="5199480" cy="1143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1" strike="noStrike" spc="-1">
                <a:solidFill>
                  <a:schemeClr val="dk2"/>
                </a:solidFill>
                <a:latin typeface="Arial"/>
              </a:rPr>
              <a:t>Kleiner Einleitungstext 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523440" y="2769480"/>
            <a:ext cx="5199480" cy="319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18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Textbereich</a:t>
            </a: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523440" y="744840"/>
            <a:ext cx="9807120" cy="28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32" name="Grafik 7"/>
          <p:cNvPicPr/>
          <p:nvPr/>
        </p:nvPicPr>
        <p:blipFill>
          <a:blip r:embed="rId3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133" name="PlaceHolder 5"/>
          <p:cNvSpPr>
            <a:spLocks noGrp="1"/>
          </p:cNvSpPr>
          <p:nvPr>
            <p:ph type="dt" idx="22"/>
          </p:nvPr>
        </p:nvSpPr>
        <p:spPr>
          <a:xfrm>
            <a:off x="51480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 type="sldNum" idx="23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5ECA3F-F0E7-488E-9E41-B727DEDFF1A2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rafik 12"/>
          <p:cNvPicPr/>
          <p:nvPr/>
        </p:nvPicPr>
        <p:blipFill>
          <a:blip r:embed="rId3"/>
          <a:srcRect l="15430" t="24723" r="10394" b="55290"/>
          <a:stretch/>
        </p:blipFill>
        <p:spPr>
          <a:xfrm>
            <a:off x="3719880" y="0"/>
            <a:ext cx="8471880" cy="1283400"/>
          </a:xfrm>
          <a:prstGeom prst="rect">
            <a:avLst/>
          </a:prstGeom>
          <a:ln w="0">
            <a:noFill/>
          </a:ln>
        </p:spPr>
      </p:pic>
      <p:sp>
        <p:nvSpPr>
          <p:cNvPr id="136" name="Rechteck 13"/>
          <p:cNvSpPr/>
          <p:nvPr/>
        </p:nvSpPr>
        <p:spPr>
          <a:xfrm>
            <a:off x="0" y="0"/>
            <a:ext cx="8538120" cy="1283400"/>
          </a:xfrm>
          <a:prstGeom prst="rect">
            <a:avLst/>
          </a:prstGeom>
          <a:gradFill rotWithShape="0">
            <a:gsLst>
              <a:gs pos="0">
                <a:srgbClr val="004C93"/>
              </a:gs>
              <a:gs pos="32000">
                <a:srgbClr val="004C93"/>
              </a:gs>
              <a:gs pos="61000">
                <a:srgbClr val="004C93"/>
              </a:gs>
              <a:gs pos="100000">
                <a:srgbClr val="004C93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37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pic>
        <p:nvPicPr>
          <p:cNvPr id="138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139" name="PlaceHolder 1"/>
          <p:cNvSpPr>
            <a:spLocks noGrp="1"/>
          </p:cNvSpPr>
          <p:nvPr>
            <p:ph type="body"/>
          </p:nvPr>
        </p:nvSpPr>
        <p:spPr>
          <a:xfrm>
            <a:off x="523440" y="742680"/>
            <a:ext cx="978336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523440" y="2004480"/>
            <a:ext cx="11157120" cy="3182400"/>
          </a:xfrm>
          <a:prstGeom prst="rect">
            <a:avLst/>
          </a:prstGeom>
          <a:noFill/>
          <a:ln w="0">
            <a:noFill/>
          </a:ln>
        </p:spPr>
        <p:txBody>
          <a:bodyPr lIns="0" tIns="36000" rIns="90000" bIns="45000" anchor="t">
            <a:noAutofit/>
          </a:bodyPr>
          <a:lstStyle/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i="1" strike="noStrike" spc="-1">
                <a:solidFill>
                  <a:schemeClr val="dk2"/>
                </a:solidFill>
                <a:latin typeface="Arial"/>
              </a:rPr>
              <a:t>Hier kann eine These, ein Zitat oder Ähnliches stehen.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3200" b="0" strike="noStrike" spc="-1">
              <a:solidFill>
                <a:schemeClr val="dk1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i="1" strike="noStrike" spc="-1">
                <a:solidFill>
                  <a:schemeClr val="dk2"/>
                </a:solidFill>
                <a:latin typeface="Arial"/>
              </a:rPr>
              <a:t>„Lorem ipsum dolor sit amet. Qui sunt et endipsum rae pratemo uptas dipsum.“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24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376755-5F61-4EF5-B002-9B48E3F73A18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body"/>
          </p:nvPr>
        </p:nvSpPr>
        <p:spPr>
          <a:xfrm>
            <a:off x="7007400" y="5294160"/>
            <a:ext cx="4673160" cy="8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4C93"/>
              </a:buClr>
              <a:buFont typeface="Symbol" charset="2"/>
              <a:buChar char=""/>
            </a:pPr>
            <a:r>
              <a:rPr lang="de-DE" sz="1800" b="1" i="1" strike="noStrike" spc="-1">
                <a:solidFill>
                  <a:schemeClr val="dk2"/>
                </a:solidFill>
                <a:latin typeface="Arial"/>
              </a:rPr>
              <a:t>Max Mustermann (2021) </a:t>
            </a:r>
            <a:br>
              <a:rPr sz="1800"/>
            </a:br>
            <a:r>
              <a:rPr lang="de-DE" sz="1800" b="1" i="1" strike="noStrike" spc="-1">
                <a:solidFill>
                  <a:schemeClr val="dk2"/>
                </a:solidFill>
                <a:latin typeface="Arial"/>
              </a:rPr>
              <a:t>(mgl. Platz zur Nennung des Autors/der Quelle)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dt" idx="25"/>
          </p:nvPr>
        </p:nvSpPr>
        <p:spPr>
          <a:xfrm>
            <a:off x="51480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rafik 12"/>
          <p:cNvPicPr/>
          <p:nvPr/>
        </p:nvPicPr>
        <p:blipFill>
          <a:blip r:embed="rId3"/>
          <a:srcRect l="15430" t="24723" r="10394" b="55290"/>
          <a:stretch/>
        </p:blipFill>
        <p:spPr>
          <a:xfrm>
            <a:off x="3719880" y="0"/>
            <a:ext cx="8471880" cy="1283400"/>
          </a:xfrm>
          <a:prstGeom prst="rect">
            <a:avLst/>
          </a:prstGeom>
          <a:ln w="0">
            <a:noFill/>
          </a:ln>
        </p:spPr>
      </p:pic>
      <p:sp>
        <p:nvSpPr>
          <p:cNvPr id="145" name="Rechteck 13"/>
          <p:cNvSpPr/>
          <p:nvPr/>
        </p:nvSpPr>
        <p:spPr>
          <a:xfrm>
            <a:off x="0" y="0"/>
            <a:ext cx="8538120" cy="1283400"/>
          </a:xfrm>
          <a:prstGeom prst="rect">
            <a:avLst/>
          </a:prstGeom>
          <a:gradFill rotWithShape="0">
            <a:gsLst>
              <a:gs pos="0">
                <a:srgbClr val="004C93"/>
              </a:gs>
              <a:gs pos="32000">
                <a:srgbClr val="004C93"/>
              </a:gs>
              <a:gs pos="61000">
                <a:srgbClr val="004C93"/>
              </a:gs>
              <a:gs pos="100000">
                <a:srgbClr val="004C93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46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147" name="PlaceHolder 1"/>
          <p:cNvSpPr>
            <a:spLocks noGrp="1"/>
          </p:cNvSpPr>
          <p:nvPr>
            <p:ph type="sldNum" idx="26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0712D1-8032-4910-91AD-855BAA738F38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478200" y="735840"/>
            <a:ext cx="384372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0" y="1467000"/>
            <a:ext cx="6095520" cy="539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6478200" y="1467000"/>
            <a:ext cx="5184360" cy="7081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96628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strike="noStrike" spc="-1">
                <a:solidFill>
                  <a:schemeClr val="dk2"/>
                </a:solidFill>
                <a:latin typeface="Arial"/>
              </a:rPr>
              <a:t>Kleine Headline, die über mehrere Zeilen läuft.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body"/>
          </p:nvPr>
        </p:nvSpPr>
        <p:spPr>
          <a:xfrm>
            <a:off x="6478200" y="2769480"/>
            <a:ext cx="5184360" cy="320868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152" name="PlaceHolder 6"/>
          <p:cNvSpPr>
            <a:spLocks noGrp="1"/>
          </p:cNvSpPr>
          <p:nvPr>
            <p:ph type="body"/>
          </p:nvPr>
        </p:nvSpPr>
        <p:spPr>
          <a:xfrm>
            <a:off x="6465960" y="6034320"/>
            <a:ext cx="518436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3" name="PlaceHolder 7"/>
          <p:cNvSpPr>
            <a:spLocks noGrp="1"/>
          </p:cNvSpPr>
          <p:nvPr>
            <p:ph type="dt" idx="27"/>
          </p:nvPr>
        </p:nvSpPr>
        <p:spPr>
          <a:xfrm>
            <a:off x="647820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rafik 12"/>
          <p:cNvPicPr/>
          <p:nvPr/>
        </p:nvPicPr>
        <p:blipFill>
          <a:blip r:embed="rId3"/>
          <a:srcRect l="15430" t="24723" r="10394" b="55290"/>
          <a:stretch/>
        </p:blipFill>
        <p:spPr>
          <a:xfrm>
            <a:off x="3719880" y="0"/>
            <a:ext cx="8471880" cy="1283400"/>
          </a:xfrm>
          <a:prstGeom prst="rect">
            <a:avLst/>
          </a:prstGeom>
          <a:ln w="0">
            <a:noFill/>
          </a:ln>
        </p:spPr>
      </p:pic>
      <p:sp>
        <p:nvSpPr>
          <p:cNvPr id="155" name="Rechteck 13"/>
          <p:cNvSpPr/>
          <p:nvPr/>
        </p:nvSpPr>
        <p:spPr>
          <a:xfrm>
            <a:off x="0" y="0"/>
            <a:ext cx="8538120" cy="1283400"/>
          </a:xfrm>
          <a:prstGeom prst="rect">
            <a:avLst/>
          </a:prstGeom>
          <a:gradFill rotWithShape="0">
            <a:gsLst>
              <a:gs pos="0">
                <a:srgbClr val="004C93"/>
              </a:gs>
              <a:gs pos="32000">
                <a:srgbClr val="004C93"/>
              </a:gs>
              <a:gs pos="61000">
                <a:srgbClr val="004C93"/>
              </a:gs>
              <a:gs pos="100000">
                <a:srgbClr val="004C93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56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157" name="PlaceHolder 1"/>
          <p:cNvSpPr>
            <a:spLocks noGrp="1"/>
          </p:cNvSpPr>
          <p:nvPr>
            <p:ph type="body"/>
          </p:nvPr>
        </p:nvSpPr>
        <p:spPr>
          <a:xfrm>
            <a:off x="523440" y="735840"/>
            <a:ext cx="979848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482520" y="1469520"/>
            <a:ext cx="5709240" cy="538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520200" y="1469520"/>
            <a:ext cx="5188680" cy="7081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96628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strike="noStrike" spc="-1">
                <a:solidFill>
                  <a:schemeClr val="dk2"/>
                </a:solidFill>
                <a:latin typeface="Arial"/>
              </a:rPr>
              <a:t>Kleine Headline, die über mehrere Zeilen läuft.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sldNum" idx="28"/>
          </p:nvPr>
        </p:nvSpPr>
        <p:spPr>
          <a:xfrm>
            <a:off x="428436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CE1ACD-6EEC-479B-97C5-D41C70D46E57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523440" y="2769480"/>
            <a:ext cx="5191200" cy="3213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162" name="PlaceHolder 6"/>
          <p:cNvSpPr>
            <a:spLocks noGrp="1"/>
          </p:cNvSpPr>
          <p:nvPr>
            <p:ph type="body"/>
          </p:nvPr>
        </p:nvSpPr>
        <p:spPr>
          <a:xfrm>
            <a:off x="517680" y="6034320"/>
            <a:ext cx="519120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 type="dt" idx="29"/>
          </p:nvPr>
        </p:nvSpPr>
        <p:spPr>
          <a:xfrm>
            <a:off x="52344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rafik 12"/>
          <p:cNvPicPr/>
          <p:nvPr/>
        </p:nvPicPr>
        <p:blipFill>
          <a:blip r:embed="rId3"/>
          <a:srcRect l="15430" t="24723" r="10394" b="55290"/>
          <a:stretch/>
        </p:blipFill>
        <p:spPr>
          <a:xfrm>
            <a:off x="3719880" y="0"/>
            <a:ext cx="8471880" cy="1283400"/>
          </a:xfrm>
          <a:prstGeom prst="rect">
            <a:avLst/>
          </a:prstGeom>
          <a:ln w="0">
            <a:noFill/>
          </a:ln>
        </p:spPr>
      </p:pic>
      <p:sp>
        <p:nvSpPr>
          <p:cNvPr id="165" name="Rechteck 13"/>
          <p:cNvSpPr/>
          <p:nvPr/>
        </p:nvSpPr>
        <p:spPr>
          <a:xfrm>
            <a:off x="0" y="0"/>
            <a:ext cx="8538120" cy="1283400"/>
          </a:xfrm>
          <a:prstGeom prst="rect">
            <a:avLst/>
          </a:prstGeom>
          <a:gradFill rotWithShape="0">
            <a:gsLst>
              <a:gs pos="0">
                <a:srgbClr val="004C93"/>
              </a:gs>
              <a:gs pos="32000">
                <a:srgbClr val="004C93"/>
              </a:gs>
              <a:gs pos="61000">
                <a:srgbClr val="004C93"/>
              </a:gs>
              <a:gs pos="100000">
                <a:srgbClr val="004C93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66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pic>
        <p:nvPicPr>
          <p:cNvPr id="167" name="Grafik 9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168" name="PlaceHolder 1"/>
          <p:cNvSpPr>
            <a:spLocks noGrp="1"/>
          </p:cNvSpPr>
          <p:nvPr>
            <p:ph type="body"/>
          </p:nvPr>
        </p:nvSpPr>
        <p:spPr>
          <a:xfrm>
            <a:off x="523440" y="2769480"/>
            <a:ext cx="11147760" cy="32000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1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1" strike="noStrike" spc="-1">
                <a:solidFill>
                  <a:schemeClr val="dk1"/>
                </a:solidFill>
                <a:latin typeface="Arial"/>
              </a:rPr>
              <a:t>Zweite Ebene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1" strike="noStrike" spc="-1">
                <a:solidFill>
                  <a:schemeClr val="dk1"/>
                </a:solidFill>
                <a:latin typeface="Arial"/>
              </a:rPr>
              <a:t>Dritte Ebene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1" strike="noStrike" spc="-1">
                <a:solidFill>
                  <a:schemeClr val="dk1"/>
                </a:solidFill>
                <a:latin typeface="Arial"/>
              </a:rPr>
              <a:t>Vierte Ebene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4C93"/>
              </a:buClr>
              <a:buFont typeface="Arial"/>
              <a:buAutoNum type="arabicPeriod"/>
            </a:pPr>
            <a:r>
              <a:rPr lang="de-DE" sz="2400" b="1" strike="noStrike" spc="-1">
                <a:solidFill>
                  <a:schemeClr val="dk1"/>
                </a:solidFill>
                <a:latin typeface="Arial"/>
              </a:rPr>
              <a:t>Fünfte Ebene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23440" y="743400"/>
            <a:ext cx="980712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30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C3B712-D5ED-491D-9952-DBB9DD01E7C5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23440" y="1393920"/>
            <a:ext cx="980712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Hier steht der Titel der Folie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dt" idx="31"/>
          </p:nvPr>
        </p:nvSpPr>
        <p:spPr>
          <a:xfrm>
            <a:off x="52344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rafik 12"/>
          <p:cNvPicPr/>
          <p:nvPr/>
        </p:nvPicPr>
        <p:blipFill>
          <a:blip r:embed="rId3"/>
          <a:srcRect l="15430" t="24723" r="10394" b="55290"/>
          <a:stretch/>
        </p:blipFill>
        <p:spPr>
          <a:xfrm>
            <a:off x="3719880" y="0"/>
            <a:ext cx="8471880" cy="1283400"/>
          </a:xfrm>
          <a:prstGeom prst="rect">
            <a:avLst/>
          </a:prstGeom>
          <a:ln w="0">
            <a:noFill/>
          </a:ln>
        </p:spPr>
      </p:pic>
      <p:sp>
        <p:nvSpPr>
          <p:cNvPr id="174" name="Rechteck 13"/>
          <p:cNvSpPr/>
          <p:nvPr/>
        </p:nvSpPr>
        <p:spPr>
          <a:xfrm>
            <a:off x="0" y="0"/>
            <a:ext cx="8538120" cy="1283400"/>
          </a:xfrm>
          <a:prstGeom prst="rect">
            <a:avLst/>
          </a:prstGeom>
          <a:gradFill rotWithShape="0">
            <a:gsLst>
              <a:gs pos="0">
                <a:srgbClr val="004C93"/>
              </a:gs>
              <a:gs pos="32000">
                <a:srgbClr val="004C93"/>
              </a:gs>
              <a:gs pos="61000">
                <a:srgbClr val="004C93"/>
              </a:gs>
              <a:gs pos="100000">
                <a:srgbClr val="004C93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75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pic>
        <p:nvPicPr>
          <p:cNvPr id="176" name="Grafik 9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177" name="PlaceHolder 1"/>
          <p:cNvSpPr>
            <a:spLocks noGrp="1"/>
          </p:cNvSpPr>
          <p:nvPr>
            <p:ph type="body"/>
          </p:nvPr>
        </p:nvSpPr>
        <p:spPr>
          <a:xfrm>
            <a:off x="523440" y="735840"/>
            <a:ext cx="979848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474960" y="2760840"/>
            <a:ext cx="5202000" cy="3204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79" name="PlaceHolder 3"/>
          <p:cNvSpPr>
            <a:spLocks noGrp="1"/>
          </p:cNvSpPr>
          <p:nvPr>
            <p:ph type="sldNum" idx="32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F87A4D-0AA8-47F1-9F2B-65E0A1C8CE05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523440" y="1393920"/>
            <a:ext cx="980712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Hier steht der Titel der Folie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body"/>
          </p:nvPr>
        </p:nvSpPr>
        <p:spPr>
          <a:xfrm>
            <a:off x="523440" y="2769480"/>
            <a:ext cx="5191200" cy="3213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182" name="PlaceHolder 6"/>
          <p:cNvSpPr>
            <a:spLocks noGrp="1"/>
          </p:cNvSpPr>
          <p:nvPr>
            <p:ph type="body"/>
          </p:nvPr>
        </p:nvSpPr>
        <p:spPr>
          <a:xfrm>
            <a:off x="6465960" y="6034320"/>
            <a:ext cx="521100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3" name="PlaceHolder 7"/>
          <p:cNvSpPr>
            <a:spLocks noGrp="1"/>
          </p:cNvSpPr>
          <p:nvPr>
            <p:ph type="dt" idx="33"/>
          </p:nvPr>
        </p:nvSpPr>
        <p:spPr>
          <a:xfrm>
            <a:off x="51480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rafik 12"/>
          <p:cNvPicPr/>
          <p:nvPr/>
        </p:nvPicPr>
        <p:blipFill>
          <a:blip r:embed="rId3"/>
          <a:srcRect l="15430" t="24723" r="10394" b="55290"/>
          <a:stretch/>
        </p:blipFill>
        <p:spPr>
          <a:xfrm>
            <a:off x="3719880" y="0"/>
            <a:ext cx="8471880" cy="1283400"/>
          </a:xfrm>
          <a:prstGeom prst="rect">
            <a:avLst/>
          </a:prstGeom>
          <a:ln w="0">
            <a:noFill/>
          </a:ln>
        </p:spPr>
      </p:pic>
      <p:sp>
        <p:nvSpPr>
          <p:cNvPr id="185" name="Rechteck 13"/>
          <p:cNvSpPr/>
          <p:nvPr/>
        </p:nvSpPr>
        <p:spPr>
          <a:xfrm>
            <a:off x="0" y="0"/>
            <a:ext cx="8538120" cy="1283400"/>
          </a:xfrm>
          <a:prstGeom prst="rect">
            <a:avLst/>
          </a:prstGeom>
          <a:gradFill rotWithShape="0">
            <a:gsLst>
              <a:gs pos="0">
                <a:srgbClr val="004C93"/>
              </a:gs>
              <a:gs pos="32000">
                <a:srgbClr val="004C93"/>
              </a:gs>
              <a:gs pos="61000">
                <a:srgbClr val="004C93"/>
              </a:gs>
              <a:gs pos="100000">
                <a:srgbClr val="004C93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86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187" name="PlaceHolder 1"/>
          <p:cNvSpPr>
            <a:spLocks noGrp="1"/>
          </p:cNvSpPr>
          <p:nvPr>
            <p:ph type="body"/>
          </p:nvPr>
        </p:nvSpPr>
        <p:spPr>
          <a:xfrm>
            <a:off x="523440" y="735840"/>
            <a:ext cx="979848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468120" y="2769480"/>
            <a:ext cx="5199840" cy="31910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523440" y="2769480"/>
            <a:ext cx="5199840" cy="319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0" name="PlaceHolder 4"/>
          <p:cNvSpPr>
            <a:spLocks noGrp="1"/>
          </p:cNvSpPr>
          <p:nvPr>
            <p:ph type="body"/>
          </p:nvPr>
        </p:nvSpPr>
        <p:spPr>
          <a:xfrm>
            <a:off x="523440" y="1393920"/>
            <a:ext cx="980712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Hier steht der Titel der Folie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sldNum" idx="34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A6BA23-CCC9-41D6-B105-B2B44E785456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6"/>
          <p:cNvSpPr>
            <a:spLocks noGrp="1"/>
          </p:cNvSpPr>
          <p:nvPr>
            <p:ph type="body"/>
          </p:nvPr>
        </p:nvSpPr>
        <p:spPr>
          <a:xfrm>
            <a:off x="512640" y="6025680"/>
            <a:ext cx="521100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3" name="PlaceHolder 7"/>
          <p:cNvSpPr>
            <a:spLocks noGrp="1"/>
          </p:cNvSpPr>
          <p:nvPr>
            <p:ph type="dt" idx="35"/>
          </p:nvPr>
        </p:nvSpPr>
        <p:spPr>
          <a:xfrm>
            <a:off x="52344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rafik 12"/>
          <p:cNvPicPr/>
          <p:nvPr/>
        </p:nvPicPr>
        <p:blipFill>
          <a:blip r:embed="rId3"/>
          <a:srcRect l="15430" t="24723" r="10394" b="55290"/>
          <a:stretch/>
        </p:blipFill>
        <p:spPr>
          <a:xfrm>
            <a:off x="3719880" y="0"/>
            <a:ext cx="8471880" cy="1283400"/>
          </a:xfrm>
          <a:prstGeom prst="rect">
            <a:avLst/>
          </a:prstGeom>
          <a:ln w="0">
            <a:noFill/>
          </a:ln>
        </p:spPr>
      </p:pic>
      <p:sp>
        <p:nvSpPr>
          <p:cNvPr id="195" name="Rechteck 13"/>
          <p:cNvSpPr/>
          <p:nvPr/>
        </p:nvSpPr>
        <p:spPr>
          <a:xfrm>
            <a:off x="0" y="0"/>
            <a:ext cx="8538120" cy="1283400"/>
          </a:xfrm>
          <a:prstGeom prst="rect">
            <a:avLst/>
          </a:prstGeom>
          <a:gradFill rotWithShape="0">
            <a:gsLst>
              <a:gs pos="0">
                <a:srgbClr val="004C93"/>
              </a:gs>
              <a:gs pos="32000">
                <a:srgbClr val="004C93"/>
              </a:gs>
              <a:gs pos="61000">
                <a:srgbClr val="004C93"/>
              </a:gs>
              <a:gs pos="100000">
                <a:srgbClr val="004C93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96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197" name="PlaceHolder 1"/>
          <p:cNvSpPr>
            <a:spLocks noGrp="1"/>
          </p:cNvSpPr>
          <p:nvPr>
            <p:ph type="body"/>
          </p:nvPr>
        </p:nvSpPr>
        <p:spPr>
          <a:xfrm>
            <a:off x="6477120" y="2769480"/>
            <a:ext cx="5191200" cy="32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523440" y="2769480"/>
            <a:ext cx="5191200" cy="3213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199" name="PlaceHolder 3"/>
          <p:cNvSpPr>
            <a:spLocks noGrp="1"/>
          </p:cNvSpPr>
          <p:nvPr>
            <p:ph type="sldNum" idx="36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3EBA90-E7AE-4399-92E9-3C1F88D6DBE7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body"/>
          </p:nvPr>
        </p:nvSpPr>
        <p:spPr>
          <a:xfrm>
            <a:off x="523440" y="735840"/>
            <a:ext cx="979848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body"/>
          </p:nvPr>
        </p:nvSpPr>
        <p:spPr>
          <a:xfrm>
            <a:off x="523440" y="1393920"/>
            <a:ext cx="980712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Hier steht der Titel der Folie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2" name="PlaceHolder 6"/>
          <p:cNvSpPr>
            <a:spLocks noGrp="1"/>
          </p:cNvSpPr>
          <p:nvPr>
            <p:ph type="body"/>
          </p:nvPr>
        </p:nvSpPr>
        <p:spPr>
          <a:xfrm>
            <a:off x="6465960" y="6034320"/>
            <a:ext cx="521100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3" name="PlaceHolder 7"/>
          <p:cNvSpPr>
            <a:spLocks noGrp="1"/>
          </p:cNvSpPr>
          <p:nvPr>
            <p:ph type="dt" idx="37"/>
          </p:nvPr>
        </p:nvSpPr>
        <p:spPr>
          <a:xfrm>
            <a:off x="52344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rafik 12"/>
          <p:cNvPicPr/>
          <p:nvPr/>
        </p:nvPicPr>
        <p:blipFill>
          <a:blip r:embed="rId3"/>
          <a:srcRect l="15430" t="24723" r="10394" b="55290"/>
          <a:stretch/>
        </p:blipFill>
        <p:spPr>
          <a:xfrm>
            <a:off x="3719880" y="0"/>
            <a:ext cx="8471880" cy="1283400"/>
          </a:xfrm>
          <a:prstGeom prst="rect">
            <a:avLst/>
          </a:prstGeom>
          <a:ln w="0">
            <a:noFill/>
          </a:ln>
        </p:spPr>
      </p:pic>
      <p:sp>
        <p:nvSpPr>
          <p:cNvPr id="205" name="Rechteck 13"/>
          <p:cNvSpPr/>
          <p:nvPr/>
        </p:nvSpPr>
        <p:spPr>
          <a:xfrm>
            <a:off x="0" y="0"/>
            <a:ext cx="8538120" cy="1283400"/>
          </a:xfrm>
          <a:prstGeom prst="rect">
            <a:avLst/>
          </a:prstGeom>
          <a:gradFill rotWithShape="0">
            <a:gsLst>
              <a:gs pos="0">
                <a:srgbClr val="004C93"/>
              </a:gs>
              <a:gs pos="32000">
                <a:srgbClr val="004C93"/>
              </a:gs>
              <a:gs pos="61000">
                <a:srgbClr val="004C93"/>
              </a:gs>
              <a:gs pos="100000">
                <a:srgbClr val="004C93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206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207" name="PlaceHolder 1"/>
          <p:cNvSpPr>
            <a:spLocks noGrp="1"/>
          </p:cNvSpPr>
          <p:nvPr>
            <p:ph type="sldNum" idx="38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06B527-E9E4-4BC0-8678-AE3B6C6DE7F2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523440" y="1476360"/>
            <a:ext cx="5184720" cy="7081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96628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strike="noStrike" spc="-1">
                <a:solidFill>
                  <a:schemeClr val="dk2"/>
                </a:solidFill>
                <a:latin typeface="Arial"/>
              </a:rPr>
              <a:t>Kleine Headline, die über </a:t>
            </a:r>
            <a:br>
              <a:rPr sz="2400"/>
            </a:br>
            <a:r>
              <a:rPr lang="de-DE" sz="2400" b="1" strike="noStrike" spc="-1">
                <a:solidFill>
                  <a:schemeClr val="dk2"/>
                </a:solidFill>
                <a:latin typeface="Arial"/>
              </a:rPr>
              <a:t>mehrere Zeilen läuft.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body"/>
          </p:nvPr>
        </p:nvSpPr>
        <p:spPr>
          <a:xfrm>
            <a:off x="523440" y="5102640"/>
            <a:ext cx="5202360" cy="8607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144000" tIns="144000" rIns="144000" bIns="144000" anchor="t">
            <a:noAutofit/>
          </a:bodyPr>
          <a:lstStyle/>
          <a:p>
            <a:pPr indent="0" defTabSz="914400">
              <a:lnSpc>
                <a:spcPts val="2401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Ein kleiner, hervorgehobener Textbereich, der über eine oder mehrere Zeilen läuft.</a:t>
            </a:r>
          </a:p>
        </p:txBody>
      </p:sp>
      <p:sp>
        <p:nvSpPr>
          <p:cNvPr id="210" name="PlaceHolder 4"/>
          <p:cNvSpPr>
            <a:spLocks noGrp="1"/>
          </p:cNvSpPr>
          <p:nvPr>
            <p:ph type="body"/>
          </p:nvPr>
        </p:nvSpPr>
        <p:spPr>
          <a:xfrm>
            <a:off x="6483240" y="1476360"/>
            <a:ext cx="5193720" cy="450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11" name="PlaceHolder 5"/>
          <p:cNvSpPr>
            <a:spLocks noGrp="1"/>
          </p:cNvSpPr>
          <p:nvPr>
            <p:ph type="body"/>
          </p:nvPr>
        </p:nvSpPr>
        <p:spPr>
          <a:xfrm>
            <a:off x="523440" y="735840"/>
            <a:ext cx="979848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 type="body"/>
          </p:nvPr>
        </p:nvSpPr>
        <p:spPr>
          <a:xfrm>
            <a:off x="523440" y="2769480"/>
            <a:ext cx="5191200" cy="3213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213" name="PlaceHolder 7"/>
          <p:cNvSpPr>
            <a:spLocks noGrp="1"/>
          </p:cNvSpPr>
          <p:nvPr>
            <p:ph type="body"/>
          </p:nvPr>
        </p:nvSpPr>
        <p:spPr>
          <a:xfrm>
            <a:off x="6465960" y="6034320"/>
            <a:ext cx="521100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4" name="PlaceHolder 8"/>
          <p:cNvSpPr>
            <a:spLocks noGrp="1"/>
          </p:cNvSpPr>
          <p:nvPr>
            <p:ph type="dt" idx="39"/>
          </p:nvPr>
        </p:nvSpPr>
        <p:spPr>
          <a:xfrm>
            <a:off x="52344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rafik 12"/>
          <p:cNvPicPr/>
          <p:nvPr/>
        </p:nvPicPr>
        <p:blipFill>
          <a:blip r:embed="rId3"/>
          <a:srcRect l="15430" t="24723" r="10394" b="55290"/>
          <a:stretch/>
        </p:blipFill>
        <p:spPr>
          <a:xfrm>
            <a:off x="3719880" y="0"/>
            <a:ext cx="8471880" cy="1283400"/>
          </a:xfrm>
          <a:prstGeom prst="rect">
            <a:avLst/>
          </a:prstGeom>
          <a:ln w="0">
            <a:noFill/>
          </a:ln>
        </p:spPr>
      </p:pic>
      <p:sp>
        <p:nvSpPr>
          <p:cNvPr id="216" name="Rechteck 13"/>
          <p:cNvSpPr/>
          <p:nvPr/>
        </p:nvSpPr>
        <p:spPr>
          <a:xfrm>
            <a:off x="0" y="0"/>
            <a:ext cx="8538120" cy="1283400"/>
          </a:xfrm>
          <a:prstGeom prst="rect">
            <a:avLst/>
          </a:prstGeom>
          <a:gradFill rotWithShape="0">
            <a:gsLst>
              <a:gs pos="0">
                <a:srgbClr val="004C93"/>
              </a:gs>
              <a:gs pos="32000">
                <a:srgbClr val="004C93"/>
              </a:gs>
              <a:gs pos="61000">
                <a:srgbClr val="004C93"/>
              </a:gs>
              <a:gs pos="100000">
                <a:srgbClr val="004C93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217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sldNum" idx="40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80648F-1E38-4894-A207-FFC5BEC0E2B0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514800" y="1995840"/>
            <a:ext cx="2543040" cy="397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3178080" y="1995840"/>
            <a:ext cx="2543040" cy="397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6470280" y="2760840"/>
            <a:ext cx="5206680" cy="1881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222" name="PlaceHolder 5"/>
          <p:cNvSpPr>
            <a:spLocks noGrp="1"/>
          </p:cNvSpPr>
          <p:nvPr>
            <p:ph type="body"/>
          </p:nvPr>
        </p:nvSpPr>
        <p:spPr>
          <a:xfrm>
            <a:off x="6470280" y="4879800"/>
            <a:ext cx="5206680" cy="1077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144000" tIns="144000" rIns="144000" bIns="144000" anchor="t">
            <a:noAutofit/>
          </a:bodyPr>
          <a:lstStyle/>
          <a:p>
            <a:pPr indent="0" defTabSz="914400">
              <a:lnSpc>
                <a:spcPts val="2401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Ein kleiner, hervorgehobener Textbereich, der über eine oder mehrere Zeilen läuft.</a:t>
            </a:r>
          </a:p>
        </p:txBody>
      </p:sp>
      <p:sp>
        <p:nvSpPr>
          <p:cNvPr id="223" name="PlaceHolder 6"/>
          <p:cNvSpPr>
            <a:spLocks noGrp="1"/>
          </p:cNvSpPr>
          <p:nvPr>
            <p:ph type="body"/>
          </p:nvPr>
        </p:nvSpPr>
        <p:spPr>
          <a:xfrm>
            <a:off x="523440" y="735840"/>
            <a:ext cx="979848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4" name="PlaceHolder 7"/>
          <p:cNvSpPr>
            <a:spLocks noGrp="1"/>
          </p:cNvSpPr>
          <p:nvPr>
            <p:ph type="dt" idx="41"/>
          </p:nvPr>
        </p:nvSpPr>
        <p:spPr>
          <a:xfrm>
            <a:off x="52344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PlaceHolder 8"/>
          <p:cNvSpPr>
            <a:spLocks noGrp="1"/>
          </p:cNvSpPr>
          <p:nvPr>
            <p:ph type="body"/>
          </p:nvPr>
        </p:nvSpPr>
        <p:spPr>
          <a:xfrm>
            <a:off x="514080" y="6037560"/>
            <a:ext cx="254304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9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9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6" name="PlaceHolder 9"/>
          <p:cNvSpPr>
            <a:spLocks noGrp="1"/>
          </p:cNvSpPr>
          <p:nvPr>
            <p:ph type="body"/>
          </p:nvPr>
        </p:nvSpPr>
        <p:spPr>
          <a:xfrm>
            <a:off x="3178080" y="6038640"/>
            <a:ext cx="254304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9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9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rafik 12"/>
          <p:cNvPicPr/>
          <p:nvPr/>
        </p:nvPicPr>
        <p:blipFill>
          <a:blip r:embed="rId3"/>
          <a:srcRect l="15430" t="24723" r="10394" b="55290"/>
          <a:stretch/>
        </p:blipFill>
        <p:spPr>
          <a:xfrm>
            <a:off x="3719880" y="0"/>
            <a:ext cx="8471880" cy="1283400"/>
          </a:xfrm>
          <a:prstGeom prst="rect">
            <a:avLst/>
          </a:prstGeom>
          <a:ln w="0">
            <a:noFill/>
          </a:ln>
        </p:spPr>
      </p:pic>
      <p:sp>
        <p:nvSpPr>
          <p:cNvPr id="228" name="Rechteck 13"/>
          <p:cNvSpPr/>
          <p:nvPr/>
        </p:nvSpPr>
        <p:spPr>
          <a:xfrm>
            <a:off x="0" y="0"/>
            <a:ext cx="8538120" cy="1283400"/>
          </a:xfrm>
          <a:prstGeom prst="rect">
            <a:avLst/>
          </a:prstGeom>
          <a:gradFill rotWithShape="0">
            <a:gsLst>
              <a:gs pos="0">
                <a:srgbClr val="004C93"/>
              </a:gs>
              <a:gs pos="32000">
                <a:srgbClr val="004C93"/>
              </a:gs>
              <a:gs pos="61000">
                <a:srgbClr val="004C93"/>
              </a:gs>
              <a:gs pos="100000">
                <a:srgbClr val="004C93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229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230" name="PlaceHolder 1"/>
          <p:cNvSpPr>
            <a:spLocks noGrp="1"/>
          </p:cNvSpPr>
          <p:nvPr>
            <p:ph type="body"/>
          </p:nvPr>
        </p:nvSpPr>
        <p:spPr>
          <a:xfrm>
            <a:off x="6477840" y="3907440"/>
            <a:ext cx="5184720" cy="2053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144000" tIns="144000" rIns="144000" bIns="144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Mastertextformat bearbeiten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Zweite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Dritte Ebene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Vierte Ebene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Fünfte Ebene</a:t>
            </a: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477480" y="3038040"/>
            <a:ext cx="5199480" cy="7081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1" strike="noStrike" spc="-1">
                <a:solidFill>
                  <a:schemeClr val="dk2"/>
                </a:solidFill>
                <a:latin typeface="Arial"/>
              </a:rPr>
              <a:t>Kleiner Einleitungstext 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body"/>
          </p:nvPr>
        </p:nvSpPr>
        <p:spPr>
          <a:xfrm>
            <a:off x="514800" y="2769480"/>
            <a:ext cx="5199120" cy="323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18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Arial"/>
              </a:rPr>
              <a:t>Textbereich</a:t>
            </a:r>
          </a:p>
        </p:txBody>
      </p:sp>
      <p:sp>
        <p:nvSpPr>
          <p:cNvPr id="233" name="PlaceHolder 4"/>
          <p:cNvSpPr>
            <a:spLocks noGrp="1"/>
          </p:cNvSpPr>
          <p:nvPr>
            <p:ph type="sldNum" idx="42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998CBE-B6C4-4F9A-AF36-A3AE35D9F29E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body"/>
          </p:nvPr>
        </p:nvSpPr>
        <p:spPr>
          <a:xfrm>
            <a:off x="523440" y="735840"/>
            <a:ext cx="979848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5" name="PlaceHolder 6"/>
          <p:cNvSpPr>
            <a:spLocks noGrp="1"/>
          </p:cNvSpPr>
          <p:nvPr>
            <p:ph type="dt" idx="43"/>
          </p:nvPr>
        </p:nvSpPr>
        <p:spPr>
          <a:xfrm>
            <a:off x="52344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rafik 12"/>
          <p:cNvPicPr/>
          <p:nvPr/>
        </p:nvPicPr>
        <p:blipFill>
          <a:blip r:embed="rId3"/>
          <a:srcRect l="15430" t="24723" r="10394" b="55290"/>
          <a:stretch/>
        </p:blipFill>
        <p:spPr>
          <a:xfrm>
            <a:off x="3719880" y="0"/>
            <a:ext cx="8471880" cy="1283400"/>
          </a:xfrm>
          <a:prstGeom prst="rect">
            <a:avLst/>
          </a:prstGeom>
          <a:ln w="0">
            <a:noFill/>
          </a:ln>
        </p:spPr>
      </p:pic>
      <p:sp>
        <p:nvSpPr>
          <p:cNvPr id="237" name="Rechteck 13"/>
          <p:cNvSpPr/>
          <p:nvPr/>
        </p:nvSpPr>
        <p:spPr>
          <a:xfrm>
            <a:off x="0" y="0"/>
            <a:ext cx="8538120" cy="1283400"/>
          </a:xfrm>
          <a:prstGeom prst="rect">
            <a:avLst/>
          </a:prstGeom>
          <a:gradFill rotWithShape="0">
            <a:gsLst>
              <a:gs pos="0">
                <a:srgbClr val="004C93"/>
              </a:gs>
              <a:gs pos="32000">
                <a:srgbClr val="004C93"/>
              </a:gs>
              <a:gs pos="61000">
                <a:srgbClr val="004C93"/>
              </a:gs>
              <a:gs pos="100000">
                <a:srgbClr val="004C93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238" name="Grafik 14"/>
          <p:cNvPicPr/>
          <p:nvPr/>
        </p:nvPicPr>
        <p:blipFill>
          <a:blip r:embed="rId4"/>
          <a:stretch/>
        </p:blipFill>
        <p:spPr>
          <a:xfrm>
            <a:off x="10492920" y="324360"/>
            <a:ext cx="1698480" cy="658800"/>
          </a:xfrm>
          <a:prstGeom prst="rect">
            <a:avLst/>
          </a:prstGeom>
          <a:ln w="0">
            <a:noFill/>
          </a:ln>
        </p:spPr>
      </p:pic>
      <p:sp>
        <p:nvSpPr>
          <p:cNvPr id="239" name="PlaceHolder 1"/>
          <p:cNvSpPr>
            <a:spLocks noGrp="1"/>
          </p:cNvSpPr>
          <p:nvPr>
            <p:ph type="body"/>
          </p:nvPr>
        </p:nvSpPr>
        <p:spPr>
          <a:xfrm>
            <a:off x="523440" y="1491480"/>
            <a:ext cx="11159280" cy="3805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0400" y="5366520"/>
            <a:ext cx="11162160" cy="6051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1" strike="noStrike" spc="-1">
                <a:solidFill>
                  <a:schemeClr val="dk2"/>
                </a:solidFill>
                <a:latin typeface="Arial"/>
              </a:rPr>
              <a:t>Bildbeschreibung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23440" y="735840"/>
            <a:ext cx="979848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lt1"/>
                </a:solidFill>
                <a:latin typeface="Arial"/>
              </a:rPr>
              <a:t>Überschrift/Thema/Kapitel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sldNum" idx="44"/>
          </p:nvPr>
        </p:nvSpPr>
        <p:spPr>
          <a:xfrm>
            <a:off x="10227240" y="6338160"/>
            <a:ext cx="143532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400" b="1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FF5011-B2AF-4456-A8FE-6113D27261DE}" type="slidenum">
              <a:rPr lang="de-DE" sz="1400" b="1" strike="noStrike" spc="-1">
                <a:solidFill>
                  <a:schemeClr val="dk2"/>
                </a:solidFill>
                <a:latin typeface="Arial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body"/>
          </p:nvPr>
        </p:nvSpPr>
        <p:spPr>
          <a:xfrm>
            <a:off x="514800" y="6034320"/>
            <a:ext cx="11162160" cy="2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2"/>
                </a:solidFill>
                <a:latin typeface="Arial"/>
              </a:rPr>
              <a:t>Quelle: Abbild X, Prometheus Archiv (Beispiel)</a:t>
            </a:r>
            <a:endParaRPr lang="de-DE" sz="1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 type="dt" idx="45"/>
          </p:nvPr>
        </p:nvSpPr>
        <p:spPr>
          <a:xfrm>
            <a:off x="523440" y="6338160"/>
            <a:ext cx="1047240" cy="246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400" b="0" strike="noStrike" spc="-1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chemeClr val="dk2"/>
                </a:solidFill>
                <a:latin typeface="Arial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/>
          </p:nvPr>
        </p:nvSpPr>
        <p:spPr>
          <a:xfrm>
            <a:off x="527760" y="6339600"/>
            <a:ext cx="7249680" cy="1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2"/>
                </a:solidFill>
                <a:latin typeface="Arial"/>
              </a:rPr>
              <a:t>Arturo Olivares, Lisa Pawlowski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527760" y="3675240"/>
            <a:ext cx="1143216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600" b="1" i="1" strike="noStrike" spc="-1">
                <a:solidFill>
                  <a:schemeClr val="dk2"/>
                </a:solidFill>
                <a:latin typeface="Arial"/>
              </a:rPr>
              <a:t>Monitoring and Understanding Notebook-Based Learning with Jupyter</a:t>
            </a:r>
            <a:endParaRPr lang="de-DE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527760" y="484668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dk2"/>
                </a:solidFill>
                <a:latin typeface="Arial"/>
              </a:rPr>
              <a:t>A two-tier Dashboard for Students and Instructors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What is a Jupyter Notebook?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523440" y="2769840"/>
            <a:ext cx="11025000" cy="3204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en-US" sz="2100" b="1" strike="noStrike" spc="-1" dirty="0">
                <a:solidFill>
                  <a:schemeClr val="dk1"/>
                </a:solidFill>
                <a:latin typeface="Arial"/>
              </a:rPr>
              <a:t>Interactive Computing Environment: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 Write and execute code in real-time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en-US" sz="2100" b="1" strike="noStrike" spc="-1" dirty="0">
                <a:solidFill>
                  <a:schemeClr val="dk1"/>
                </a:solidFill>
                <a:latin typeface="Arial"/>
              </a:rPr>
              <a:t>Supports Multiple Languages: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 Primarily </a:t>
            </a:r>
            <a:r>
              <a:rPr lang="en-US" sz="2100" b="0" i="1" strike="noStrike" spc="-1" dirty="0">
                <a:solidFill>
                  <a:schemeClr val="dk1"/>
                </a:solidFill>
                <a:latin typeface="Arial"/>
              </a:rPr>
              <a:t>Python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, also </a:t>
            </a:r>
            <a:r>
              <a:rPr lang="en-US" sz="2100" b="0" i="1" strike="noStrike" spc="-1" dirty="0">
                <a:solidFill>
                  <a:schemeClr val="dk1"/>
                </a:solidFill>
                <a:latin typeface="Arial"/>
              </a:rPr>
              <a:t>R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en-US" sz="2100" b="0" i="1" strike="noStrike" spc="-1" dirty="0">
                <a:solidFill>
                  <a:schemeClr val="dk1"/>
                </a:solidFill>
                <a:latin typeface="Arial"/>
              </a:rPr>
              <a:t>Julia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, and more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en-US" sz="2100" b="1" strike="noStrike" spc="-1" dirty="0">
                <a:solidFill>
                  <a:schemeClr val="dk1"/>
                </a:solidFill>
                <a:latin typeface="Arial"/>
              </a:rPr>
              <a:t>Combines Code, Text, and Visuals: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 Use </a:t>
            </a:r>
            <a:r>
              <a:rPr lang="en-US" sz="2100" b="0" i="1" strike="noStrike" spc="-1" dirty="0">
                <a:solidFill>
                  <a:schemeClr val="dk1"/>
                </a:solidFill>
                <a:latin typeface="Arial"/>
              </a:rPr>
              <a:t>Markdown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 for explanations, embed charts, images, and </a:t>
            </a:r>
            <a:r>
              <a:rPr lang="en-US" sz="2100" b="0" i="1" strike="noStrike" spc="-1" dirty="0">
                <a:solidFill>
                  <a:schemeClr val="dk1"/>
                </a:solidFill>
                <a:latin typeface="Arial"/>
              </a:rPr>
              <a:t>LaTeX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 equations.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en-US" sz="2100" b="1" strike="noStrike" spc="-1" dirty="0">
                <a:solidFill>
                  <a:schemeClr val="dk1"/>
                </a:solidFill>
                <a:latin typeface="Arial"/>
              </a:rPr>
              <a:t>Ideal for Data Science &amp; Research: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 Supports data analysis, visualization, and machine learning workflows.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Support inquiry-based and interactive learning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Introduction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65FD437-E608-419D-9740-DAEB4BAB0486}" type="slidenum">
              <a:rPr/>
              <a:t>2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2B506FDF-D9F4-412C-995D-116C1978ED2D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chemeClr val="dk2"/>
                </a:solidFill>
                <a:latin typeface="Arial"/>
              </a:rPr>
              <a:t>The Problem: Invisible Learning Processes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523440" y="2769840"/>
            <a:ext cx="11052360" cy="3204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numCol="2" spcCol="0" anchor="t">
            <a:norm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Challenges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for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instructors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:</a:t>
            </a:r>
            <a:br>
              <a:rPr sz="2100" dirty="0"/>
            </a:br>
            <a:r>
              <a:rPr lang="de-DE" sz="21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only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see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final code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submission</a:t>
            </a:r>
            <a:br>
              <a:rPr sz="2100" dirty="0"/>
            </a:br>
            <a:r>
              <a:rPr lang="de-DE" sz="21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limited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insights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into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how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students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learn</a:t>
            </a:r>
            <a:br>
              <a:rPr sz="2100" dirty="0"/>
            </a:br>
            <a:r>
              <a:rPr lang="de-DE" sz="21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cannot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easily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identify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misconceptions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Challenges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for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students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:</a:t>
            </a:r>
            <a:br>
              <a:rPr sz="2100" dirty="0"/>
            </a:br>
            <a:r>
              <a:rPr lang="de-DE" sz="21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Limited awareness of workflow and error patterns</a:t>
            </a:r>
            <a:br>
              <a:rPr sz="2100" dirty="0"/>
            </a:br>
            <a:r>
              <a:rPr lang="de-DE" sz="21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Trial-and-error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without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reflection</a:t>
            </a:r>
            <a:br>
              <a:rPr sz="2100" dirty="0"/>
            </a:br>
            <a:r>
              <a:rPr lang="de-DE" sz="21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Difficulties identifying causes of mistakes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Introduction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AB5528A3-D08E-49B6-9E2C-ED97C0044949}" type="slidenum">
              <a:rPr/>
              <a:t>3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9E9EACF3-D80C-4A78-ADD7-49BF53030A5B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799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chemeClr val="dk2"/>
                </a:solidFill>
                <a:latin typeface="Arial"/>
              </a:rPr>
              <a:t>Challenges and Insights from Computational Notebooks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523440" y="2769840"/>
            <a:ext cx="11061720" cy="3204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numCol="2" spcCol="0" anchor="t">
            <a:norm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Computational notebooks widely used in education &amp; research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Support exploratory coding &amp; flexible workflows, but learning processes are often </a:t>
            </a:r>
            <a:r>
              <a:rPr lang="en-US" sz="2100" b="1" strike="noStrike" spc="-1" dirty="0">
                <a:solidFill>
                  <a:schemeClr val="dk1"/>
                </a:solidFill>
                <a:latin typeface="Arial"/>
              </a:rPr>
              <a:t>hidden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 in final submissions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Systems capturing </a:t>
            </a:r>
            <a:r>
              <a:rPr lang="en-US" sz="2100" b="1" strike="noStrike" spc="-1" dirty="0">
                <a:solidFill>
                  <a:schemeClr val="dk1"/>
                </a:solidFill>
                <a:latin typeface="Arial"/>
              </a:rPr>
              <a:t>cell-level interactions</a:t>
            </a: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 (execution patterns, time on task, navigation) reveal:</a:t>
            </a:r>
            <a:br>
              <a:rPr sz="2100" dirty="0"/>
            </a:br>
            <a:r>
              <a:rPr lang="en-US" sz="21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Iterative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retries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&amp;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hesitation</a:t>
            </a:r>
            <a:br>
              <a:rPr sz="2100" dirty="0"/>
            </a:br>
            <a:r>
              <a:rPr lang="de-DE" sz="21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Fragmented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workflows</a:t>
            </a:r>
            <a:br>
              <a:rPr sz="2100" dirty="0"/>
            </a:br>
            <a:r>
              <a:rPr lang="de-DE" sz="21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Hidden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error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patterns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Novice programmers struggle with error identification &amp; debugging, often relying on trial-and-error.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en-US" sz="2100" b="0" strike="noStrike" spc="-1" dirty="0">
                <a:solidFill>
                  <a:schemeClr val="dk1"/>
                </a:solidFill>
                <a:latin typeface="Arial"/>
              </a:rPr>
              <a:t>Notebook structures may reinforce recurring errors or misunderstandings.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lang="de-DE" sz="16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Literature Review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530EC615-040D-4B17-A848-8EB0A15A467E}" type="slidenum">
              <a:rPr/>
              <a:t>4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E109E00D-7CB4-478E-AEC2-CADA49745764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chemeClr val="dk2"/>
                </a:solidFill>
                <a:latin typeface="Arial"/>
              </a:rPr>
              <a:t>Data collected in previous studies</a:t>
            </a:r>
            <a:endParaRPr lang="de-DE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523440" y="2769840"/>
            <a:ext cx="11061720" cy="3204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numCol="2" spcCol="0" anchor="t">
            <a:norm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Anonymously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capture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interaction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activity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:</a:t>
            </a:r>
            <a:br>
              <a:rPr sz="2100" dirty="0"/>
            </a:br>
            <a:r>
              <a:rPr lang="de-DE" sz="21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interacting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with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dashboard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: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clicking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cell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creation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/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removal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execution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data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error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messages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status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timestamp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programming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language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Location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within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the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notebook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Average time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spent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on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each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cell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Student IDs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Total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number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of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attempts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per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student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Distribution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of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points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per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assignment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average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effort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metric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Literature Review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1C69C5A-CD5F-4A0B-B344-345ECA56F969}" type="slidenum">
              <a:rPr/>
              <a:t>5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C1DB8296-7566-47E2-8D95-F350AFDB9C34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strike="noStrike" spc="-1" dirty="0">
                <a:solidFill>
                  <a:schemeClr val="dk2"/>
                </a:solidFill>
                <a:latin typeface="Arial"/>
              </a:rPr>
              <a:t>Visualization</a:t>
            </a:r>
            <a:endParaRPr lang="de-DE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523440" y="2769840"/>
            <a:ext cx="11061720" cy="3204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numCol="2" spcCol="0" anchor="t">
            <a:normAutofit fontScale="92500" lnSpcReduction="20000"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Real-time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data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directly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within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the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notebook</a:t>
            </a:r>
            <a:br>
              <a:rPr sz="2300" dirty="0"/>
            </a:br>
            <a:r>
              <a:rPr lang="de-DE" sz="23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location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of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students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in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the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notebook</a:t>
            </a:r>
            <a:br>
              <a:rPr sz="2300" dirty="0"/>
            </a:br>
            <a:r>
              <a:rPr lang="de-DE" sz="23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table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of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contents</a:t>
            </a:r>
            <a:br>
              <a:rPr sz="2300" dirty="0"/>
            </a:br>
            <a:r>
              <a:rPr lang="de-DE" sz="23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presenting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number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of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students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in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cells</a:t>
            </a:r>
            <a:endParaRPr lang="de-DE" sz="23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View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whole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classroom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performance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:</a:t>
            </a:r>
            <a:br>
              <a:rPr sz="2300" dirty="0"/>
            </a:br>
            <a:r>
              <a:rPr lang="de-DE" sz="23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bar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charts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: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number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of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clicks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executions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error-free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execustions</a:t>
            </a:r>
            <a:br>
              <a:rPr sz="2300" dirty="0"/>
            </a:br>
            <a:r>
              <a:rPr lang="de-DE" sz="23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bubble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charts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: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number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of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students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who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have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visited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cell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+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average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time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spent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on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each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cell</a:t>
            </a:r>
            <a:br>
              <a:rPr sz="2300" dirty="0"/>
            </a:br>
            <a:r>
              <a:rPr lang="de-DE" sz="23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cell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-level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visibility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: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view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activity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for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specific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cell</a:t>
            </a:r>
            <a:endParaRPr lang="de-DE" sz="23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Plackback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-feature: review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students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activity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for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each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time-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step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within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a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defined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time span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using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a time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slider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control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panel</a:t>
            </a:r>
            <a:endParaRPr lang="de-DE" sz="23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Box Plots: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distribution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of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points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achieved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my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students</a:t>
            </a:r>
            <a:br>
              <a:rPr sz="2300" dirty="0"/>
            </a:br>
            <a:r>
              <a:rPr lang="de-DE" sz="2300" b="0" strike="noStrike" spc="-1" dirty="0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gender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filtered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to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depict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variability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anc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central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tendency</a:t>
            </a:r>
            <a:endParaRPr lang="de-DE" sz="23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Grouped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bar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charts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: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for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detailed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analysis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on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task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level</a:t>
            </a:r>
            <a:r>
              <a:rPr lang="de-DE" sz="2300" b="0" strike="noStrike" spc="-1" dirty="0">
                <a:solidFill>
                  <a:schemeClr val="dk1"/>
                </a:solidFill>
                <a:latin typeface="Arial"/>
              </a:rPr>
              <a:t> and </a:t>
            </a:r>
            <a:r>
              <a:rPr lang="de-DE" sz="2300" b="0" strike="noStrike" spc="-1" dirty="0" err="1">
                <a:solidFill>
                  <a:schemeClr val="dk1"/>
                </a:solidFill>
                <a:latin typeface="Arial"/>
              </a:rPr>
              <a:t>performance</a:t>
            </a:r>
            <a:endParaRPr lang="de-DE" sz="2300" b="0" strike="noStrike" spc="-1" dirty="0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lang="de-DE" sz="16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Literature Review</a:t>
            </a:r>
            <a:endParaRPr lang="de-DE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E11F7C00-AD8C-4D8E-97A4-721A52966682}" type="slidenum">
              <a:rPr/>
              <a:t>6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B4566CF5-091B-4E71-851B-8AE3D9487BFE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Research Questions</a:t>
            </a: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642600" y="2542320"/>
            <a:ext cx="10906560" cy="3204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algn="just" defTabSz="914400">
              <a:lnSpc>
                <a:spcPct val="100000"/>
              </a:lnSpc>
              <a:spcBef>
                <a:spcPts val="2449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1" u="sng" strike="noStrike" spc="-1" dirty="0">
                <a:solidFill>
                  <a:schemeClr val="dk1"/>
                </a:solidFill>
                <a:uFillTx/>
                <a:latin typeface="Arial"/>
              </a:rPr>
              <a:t>RQ1: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Does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the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inclusion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of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a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learner-facing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dashboard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in a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Jupyter-based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programming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environment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help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students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better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understand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and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reflect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on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their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own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learning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process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?</a:t>
            </a:r>
          </a:p>
          <a:p>
            <a:pPr marL="321840" indent="-285840" algn="just" defTabSz="914400">
              <a:lnSpc>
                <a:spcPct val="100000"/>
              </a:lnSpc>
              <a:spcBef>
                <a:spcPts val="2449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1" u="sng" strike="noStrike" spc="-1" dirty="0">
                <a:solidFill>
                  <a:schemeClr val="dk1"/>
                </a:solidFill>
                <a:uFillTx/>
                <a:latin typeface="Arial"/>
              </a:rPr>
              <a:t>RQ2: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How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do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students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perceive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the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usefulness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and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usability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of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the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dashboard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for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identifying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and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correcting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mistakes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?</a:t>
            </a:r>
          </a:p>
          <a:p>
            <a:pPr marL="321840" indent="-285840" algn="just" defTabSz="914400">
              <a:lnSpc>
                <a:spcPct val="100000"/>
              </a:lnSpc>
              <a:spcBef>
                <a:spcPts val="2449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1" u="sng" strike="noStrike" spc="-1" dirty="0">
                <a:solidFill>
                  <a:schemeClr val="dk1"/>
                </a:solidFill>
                <a:uFillTx/>
                <a:latin typeface="Arial"/>
              </a:rPr>
              <a:t>RQ3: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Which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usage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indicators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can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serve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as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signals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for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frustration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reflection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or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effective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learning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strategies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?</a:t>
            </a: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Methodology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78FB085-B063-4E78-8C00-446B5C76EED5}" type="slidenum">
              <a:rPr/>
              <a:t>7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8DF66A4D-4B7D-439B-B140-1E0066BB2E23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Two different groups</a:t>
            </a: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642600" y="2542320"/>
            <a:ext cx="5301000" cy="3204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algn="just" defTabSz="914400">
              <a:lnSpc>
                <a:spcPct val="100000"/>
              </a:lnSpc>
              <a:spcBef>
                <a:spcPts val="2449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1" u="sng" strike="noStrike" spc="-1">
                <a:solidFill>
                  <a:schemeClr val="dk1"/>
                </a:solidFill>
                <a:uFillTx/>
                <a:latin typeface="Arial"/>
              </a:rPr>
              <a:t>Control Group</a:t>
            </a:r>
          </a:p>
          <a:p>
            <a:pPr marL="321840" indent="0" algn="just" defTabSz="914400">
              <a:lnSpc>
                <a:spcPct val="100000"/>
              </a:lnSpc>
              <a:spcBef>
                <a:spcPts val="2449"/>
              </a:spcBef>
              <a:buNone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No access to Dashboard Extension</a:t>
            </a:r>
            <a:endParaRPr lang="de-DE" sz="2100" b="1" u="sng" strike="noStrike" spc="-1">
              <a:solidFill>
                <a:schemeClr val="dk1"/>
              </a:solidFill>
              <a:uFillTx/>
              <a:latin typeface="Arial"/>
            </a:endParaRPr>
          </a:p>
          <a:p>
            <a:pPr marL="321840" indent="0" algn="just" defTabSz="914400">
              <a:lnSpc>
                <a:spcPct val="100000"/>
              </a:lnSpc>
              <a:buNone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No feedback from professor</a:t>
            </a:r>
            <a:endParaRPr lang="de-DE" sz="2100" b="1" u="sng" strike="noStrike" spc="-1">
              <a:solidFill>
                <a:schemeClr val="dk1"/>
              </a:solidFill>
              <a:uFillTx/>
              <a:latin typeface="Arial"/>
            </a:endParaRPr>
          </a:p>
          <a:p>
            <a:pPr marL="321840" indent="0" algn="just" defTabSz="914400">
              <a:lnSpc>
                <a:spcPct val="100000"/>
              </a:lnSpc>
              <a:buNone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No help</a:t>
            </a:r>
            <a:endParaRPr lang="de-DE" sz="2100" b="1" u="sng" strike="noStrike" spc="-1">
              <a:solidFill>
                <a:schemeClr val="dk1"/>
              </a:solidFill>
              <a:uFillTx/>
              <a:latin typeface="Arial"/>
            </a:endParaRPr>
          </a:p>
          <a:p>
            <a:pPr marL="321840" indent="0" algn="just" defTabSz="914400">
              <a:lnSpc>
                <a:spcPct val="100000"/>
              </a:lnSpc>
              <a:spcBef>
                <a:spcPts val="2449"/>
              </a:spcBef>
              <a:buNone/>
            </a:pPr>
            <a:endParaRPr lang="de-DE" sz="2100" b="1" u="sng" strike="noStrike" spc="-1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Methodology</a:t>
            </a:r>
          </a:p>
        </p:txBody>
      </p:sp>
      <p:sp>
        <p:nvSpPr>
          <p:cNvPr id="277" name="Textplatzhalter 5"/>
          <p:cNvSpPr txBox="1"/>
          <p:nvPr/>
        </p:nvSpPr>
        <p:spPr>
          <a:xfrm>
            <a:off x="5943960" y="2514600"/>
            <a:ext cx="5301000" cy="3204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algn="just" defTabSz="914400">
              <a:lnSpc>
                <a:spcPct val="100000"/>
              </a:lnSpc>
              <a:spcBef>
                <a:spcPts val="2449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1" u="sng" strike="noStrike" spc="-1">
                <a:solidFill>
                  <a:schemeClr val="dk1"/>
                </a:solidFill>
                <a:uFillTx/>
                <a:latin typeface="Arial"/>
              </a:rPr>
              <a:t>Experimental Group</a:t>
            </a:r>
          </a:p>
          <a:p>
            <a:pPr marL="321840" indent="-285840" algn="just" defTabSz="914400">
              <a:lnSpc>
                <a:spcPct val="100000"/>
              </a:lnSpc>
              <a:spcBef>
                <a:spcPts val="2449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Access to the Extension</a:t>
            </a:r>
            <a:endParaRPr lang="de-DE" sz="2100" b="1" u="sng" strike="noStrike" spc="-1">
              <a:solidFill>
                <a:schemeClr val="dk1"/>
              </a:solidFill>
              <a:uFillTx/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 Monitor their Activity</a:t>
            </a:r>
            <a:endParaRPr lang="de-DE" sz="2100" b="1" u="sng" strike="noStrike" spc="-1">
              <a:solidFill>
                <a:schemeClr val="dk1"/>
              </a:solidFill>
              <a:uFillTx/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 Reflect on their mistakes</a:t>
            </a:r>
            <a:endParaRPr lang="de-DE" sz="2100" b="1" u="sng" strike="noStrike" spc="-1">
              <a:solidFill>
                <a:schemeClr val="dk1"/>
              </a:solidFill>
              <a:uFillTx/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 Adjust Strategy</a:t>
            </a:r>
            <a:endParaRPr lang="de-DE" sz="2100" b="1" u="sng" strike="noStrike" spc="-1">
              <a:solidFill>
                <a:schemeClr val="dk1"/>
              </a:solidFill>
              <a:uFillTx/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Professor feedback</a:t>
            </a:r>
            <a:endParaRPr lang="de-DE" sz="2100" b="1" u="sng" strike="noStrike" spc="-1">
              <a:solidFill>
                <a:schemeClr val="dk1"/>
              </a:solidFill>
              <a:uFillTx/>
              <a:latin typeface="Arial"/>
            </a:endParaRPr>
          </a:p>
          <a:p>
            <a:pPr marL="321840" indent="-285840" algn="just" defTabSz="914400">
              <a:lnSpc>
                <a:spcPct val="100000"/>
              </a:lnSpc>
              <a:buClr>
                <a:srgbClr val="004C93"/>
              </a:buClr>
              <a:buSzPct val="120000"/>
              <a:buFont typeface="Wingdings" charset="2"/>
              <a:buChar char=""/>
            </a:pPr>
            <a:endParaRPr lang="de-DE" sz="2100" b="1" u="sng" strike="noStrike" spc="-1">
              <a:solidFill>
                <a:schemeClr val="dk1"/>
              </a:solidFill>
              <a:uFillTx/>
              <a:latin typeface="Arial"/>
            </a:endParaRPr>
          </a:p>
          <a:p>
            <a:pPr marL="321840" indent="-285840" algn="just" defTabSz="914400">
              <a:lnSpc>
                <a:spcPct val="100000"/>
              </a:lnSpc>
              <a:spcBef>
                <a:spcPts val="2449"/>
              </a:spcBef>
              <a:buClr>
                <a:srgbClr val="004C93"/>
              </a:buClr>
              <a:buSzPct val="120000"/>
              <a:buFont typeface="Wingdings" charset="2"/>
              <a:buChar char=""/>
            </a:pPr>
            <a:endParaRPr lang="de-DE" sz="2100" b="1" u="sng" strike="noStrike" spc="-1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790E71E-0887-4D34-BB00-93D242D4E4B8}" type="slidenum">
              <a:rPr/>
              <a:t>8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2A0284CF-D5FD-4CBE-B6A6-7FB6D9D2EC85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Steps of our study</a:t>
            </a: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914400" y="2312640"/>
            <a:ext cx="3362760" cy="20307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AutoNum type="romanUcPeriod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Initial Survey</a:t>
            </a: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AutoNum type="romanUcPeriod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First Learning Unit</a:t>
            </a: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AutoNum type="romanUcPeriod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Second Learning Unit</a:t>
            </a: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AutoNum type="romanUcPeriod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Post Survey</a:t>
            </a: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Methodology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5D9BAF6E-CD7D-4D03-985B-4804F0BDBB50}" type="slidenum">
              <a:rPr/>
              <a:t>9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0E72D2D4-6567-4D11-837F-6832775BBAA1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I. Initial Survey</a:t>
            </a: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1274400" y="2084040"/>
            <a:ext cx="6858000" cy="20307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Prior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Programming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Skills</a:t>
            </a: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Self-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confidence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on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Jupyter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Common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mistakes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they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have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0" defTabSz="914400">
              <a:lnSpc>
                <a:spcPct val="100000"/>
              </a:lnSpc>
              <a:spcBef>
                <a:spcPts val="1440"/>
              </a:spcBef>
              <a:buNone/>
            </a:pP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How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are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student’s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usually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graded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Difficulties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What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feedback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is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provided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?</a:t>
            </a:r>
          </a:p>
        </p:txBody>
      </p:sp>
      <p:sp>
        <p:nvSpPr>
          <p:cNvPr id="283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Methodology</a:t>
            </a:r>
          </a:p>
        </p:txBody>
      </p:sp>
      <p:sp>
        <p:nvSpPr>
          <p:cNvPr id="284" name="Freihandform: Form 283"/>
          <p:cNvSpPr/>
          <p:nvPr/>
        </p:nvSpPr>
        <p:spPr>
          <a:xfrm>
            <a:off x="5846400" y="1828800"/>
            <a:ext cx="685800" cy="3886200"/>
          </a:xfrm>
          <a:custGeom>
            <a:avLst/>
            <a:gdLst>
              <a:gd name="textAreaLeft" fmla="*/ 0 w 685800"/>
              <a:gd name="textAreaRight" fmla="*/ 247680 w 685800"/>
              <a:gd name="textAreaTop" fmla="*/ 101160 h 3886200"/>
              <a:gd name="textAreaBottom" fmla="*/ 3785040 h 3886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16524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720" tIns="126720" rIns="171720" bIns="1267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platzhalter 34"/>
          <p:cNvSpPr txBox="1"/>
          <p:nvPr/>
        </p:nvSpPr>
        <p:spPr>
          <a:xfrm>
            <a:off x="6760800" y="3429000"/>
            <a:ext cx="2971800" cy="91440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What content should the dashboard have?</a:t>
            </a:r>
          </a:p>
        </p:txBody>
      </p:sp>
      <p:sp>
        <p:nvSpPr>
          <p:cNvPr id="286" name="Textplatzhalter 35"/>
          <p:cNvSpPr txBox="1"/>
          <p:nvPr/>
        </p:nvSpPr>
        <p:spPr>
          <a:xfrm>
            <a:off x="6744240" y="5029200"/>
            <a:ext cx="4572000" cy="91440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1009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u="sng" strike="noStrike" spc="-1">
                <a:solidFill>
                  <a:schemeClr val="dk1"/>
                </a:solidFill>
                <a:uFillTx/>
                <a:latin typeface="Arial"/>
              </a:rPr>
              <a:t>Important!</a:t>
            </a:r>
            <a:endParaRPr lang="de-DE" sz="2100" b="0" strike="noStrike" spc="-1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431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No demographic data collected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 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No ethic approval needed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EDE4C31B-1D91-42DC-B8FB-3BC95EC2BE1D}" type="slidenum">
              <a:rPr/>
              <a:t>10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8957A8B2-8A53-458B-B434-38EE9808B852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II. First Learning Unit</a:t>
            </a: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Methodology</a:t>
            </a:r>
          </a:p>
        </p:txBody>
      </p:sp>
      <p:sp>
        <p:nvSpPr>
          <p:cNvPr id="289" name="Textplatzhalter 36"/>
          <p:cNvSpPr txBox="1"/>
          <p:nvPr/>
        </p:nvSpPr>
        <p:spPr>
          <a:xfrm>
            <a:off x="914400" y="2286000"/>
            <a:ext cx="6858000" cy="20307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Basic Python Notebook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 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Basic aspects: Variables, data types…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Both different groups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  <a:ea typeface="Noto Sans CJK SC"/>
              </a:rPr>
              <a:t>Content of the dashboard? </a:t>
            </a: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 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Depends on the survey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 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Total number of executed cells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 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Error rates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 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Activity timeline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 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...</a:t>
            </a: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endParaRPr lang="de-DE" sz="21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9BE50C0-C3A3-4AC8-B568-3F9C8D38182E}" type="slidenum">
              <a:t>11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AC4371C4-0D17-424B-BB79-F266D7B7E8F1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III. Second Learning Unit</a:t>
            </a: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914400" y="2276640"/>
            <a:ext cx="8001000" cy="20307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After feedback, second Python Notebook</a:t>
            </a:r>
          </a:p>
          <a:p>
            <a:pPr marL="321840" indent="0" defTabSz="914400">
              <a:lnSpc>
                <a:spcPct val="100000"/>
              </a:lnSpc>
              <a:spcBef>
                <a:spcPts val="601"/>
              </a:spcBef>
              <a:buNone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 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More advanced: Loops, conditionals, functions…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Still in two different groups</a:t>
            </a:r>
          </a:p>
          <a:p>
            <a:pPr marL="321840" indent="-285840" defTabSz="914400">
              <a:lnSpc>
                <a:spcPct val="100000"/>
              </a:lnSpc>
              <a:spcBef>
                <a:spcPts val="601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i="1" strike="noStrike" spc="-1">
                <a:solidFill>
                  <a:schemeClr val="dk1"/>
                </a:solidFill>
                <a:latin typeface="Arial"/>
              </a:rPr>
              <a:t>Experimental Group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 better than </a:t>
            </a:r>
            <a:r>
              <a:rPr lang="de-DE" sz="2100" b="0" i="1" strike="noStrike" spc="-1">
                <a:solidFill>
                  <a:schemeClr val="dk1"/>
                </a:solidFill>
                <a:latin typeface="Arial"/>
              </a:rPr>
              <a:t>Control Group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?</a:t>
            </a:r>
          </a:p>
        </p:txBody>
      </p:sp>
      <p:sp>
        <p:nvSpPr>
          <p:cNvPr id="292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Methodology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69AB3813-B936-46D4-9662-D27B77FD7A4C}" type="slidenum">
              <a:t>12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EA93617A-5B94-4C00-B03F-1963C7B06CAA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IV. Post Survey</a:t>
            </a: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914400" y="2276640"/>
            <a:ext cx="10744200" cy="20307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Survey needed to asses their experience with the dashboard (not control group)</a:t>
            </a: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Perceived usefulness</a:t>
            </a: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Self-reflection</a:t>
            </a: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….</a:t>
            </a:r>
          </a:p>
        </p:txBody>
      </p:sp>
      <p:sp>
        <p:nvSpPr>
          <p:cNvPr id="295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Methodology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5104D610-55DC-4BD0-A814-19B7D7D2D8A6}" type="slidenum">
              <a:t>13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FFFA13F0-93D4-481E-92D5-D34FE9B09E0C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Conclusion</a:t>
            </a: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914400" y="2276640"/>
            <a:ext cx="10744200" cy="20307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Not only the final code: much more is known</a:t>
            </a: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Wingdings" charset="2"/>
              <a:buChar char=""/>
            </a:pP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Expected</a:t>
            </a:r>
          </a:p>
          <a:p>
            <a:pPr marL="321840" indent="0" defTabSz="914400">
              <a:lnSpc>
                <a:spcPct val="100000"/>
              </a:lnSpc>
              <a:spcBef>
                <a:spcPts val="1440"/>
              </a:spcBef>
              <a:buNone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 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Reduced repeated mistakes</a:t>
            </a:r>
          </a:p>
          <a:p>
            <a:pPr marL="321840" indent="0" defTabSz="914400">
              <a:lnSpc>
                <a:spcPct val="100000"/>
              </a:lnSpc>
              <a:spcBef>
                <a:spcPts val="1440"/>
              </a:spcBef>
              <a:buNone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 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Better results for the experimental group</a:t>
            </a:r>
          </a:p>
          <a:p>
            <a:pPr marL="321840" indent="0" defTabSz="914400">
              <a:lnSpc>
                <a:spcPct val="100000"/>
              </a:lnSpc>
              <a:spcBef>
                <a:spcPts val="1440"/>
              </a:spcBef>
              <a:buNone/>
            </a:pPr>
            <a:r>
              <a:rPr lang="de-DE" sz="2100" b="0" strike="noStrike" spc="-1">
                <a:solidFill>
                  <a:schemeClr val="dk1"/>
                </a:solidFill>
                <a:latin typeface="Wingdings"/>
              </a:rPr>
              <a:t> </a:t>
            </a:r>
            <a:r>
              <a:rPr lang="de-DE" sz="2100" b="0" strike="noStrike" spc="-1">
                <a:solidFill>
                  <a:schemeClr val="dk1"/>
                </a:solidFill>
                <a:latin typeface="Arial"/>
              </a:rPr>
              <a:t>Teacher better understanding the overall problems</a:t>
            </a: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Conclusion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7794D32-D2C3-4781-8443-F3A3FB31AB9D}" type="slidenum">
              <a:t>14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A1143D46-210B-4E08-B5E7-C36211D46D93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/>
          </p:nvPr>
        </p:nvSpPr>
        <p:spPr>
          <a:xfrm>
            <a:off x="523440" y="1384200"/>
            <a:ext cx="9798480" cy="4568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 fontScale="8749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chemeClr val="dk2"/>
                </a:solidFill>
                <a:latin typeface="Arial"/>
              </a:rPr>
              <a:t>Next Steps</a:t>
            </a: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914400" y="2276640"/>
            <a:ext cx="10744200" cy="20307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OpenSymbol" charset="2"/>
              <a:buAutoNum type="romanUcPeriod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Create and carry out First Initial Survey</a:t>
            </a: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OpenSymbol" charset="2"/>
              <a:buAutoNum type="romanUcPeriod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Create Dashboard</a:t>
            </a: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OpenSymbol" charset="2"/>
              <a:buAutoNum type="romanUcPeriod"/>
            </a:pP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Recruitment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of</a:t>
            </a: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participants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  <a:p>
            <a:pPr marL="321840" indent="-285840" defTabSz="914400">
              <a:lnSpc>
                <a:spcPct val="100000"/>
              </a:lnSpc>
              <a:spcBef>
                <a:spcPts val="1440"/>
              </a:spcBef>
              <a:buClr>
                <a:srgbClr val="004C93"/>
              </a:buClr>
              <a:buFont typeface="OpenSymbol" charset="2"/>
              <a:buAutoNum type="romanUcPeriod"/>
            </a:pPr>
            <a:r>
              <a:rPr lang="de-DE" sz="2100" b="0" strike="noStrike" spc="-1" dirty="0">
                <a:solidFill>
                  <a:schemeClr val="dk1"/>
                </a:solidFill>
                <a:latin typeface="Arial"/>
              </a:rPr>
              <a:t>Learning </a:t>
            </a:r>
            <a:r>
              <a:rPr lang="de-DE" sz="2100" b="0" strike="noStrike" spc="-1" dirty="0" err="1">
                <a:solidFill>
                  <a:schemeClr val="dk1"/>
                </a:solidFill>
                <a:latin typeface="Arial"/>
              </a:rPr>
              <a:t>units</a:t>
            </a:r>
            <a:endParaRPr lang="de-DE" sz="21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/>
          </p:nvPr>
        </p:nvSpPr>
        <p:spPr>
          <a:xfrm>
            <a:off x="523440" y="748080"/>
            <a:ext cx="9798480" cy="2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1800" b="1" strike="noStrike" spc="-1">
                <a:solidFill>
                  <a:schemeClr val="dk2"/>
                </a:solidFill>
                <a:latin typeface="Arial"/>
              </a:rPr>
              <a:t>Conclusion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663841D6-1D7A-4EAF-BA51-CF00D07722A0}" type="slidenum">
              <a:rPr/>
              <a:t>15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352B13F3-2CB9-41B9-8CBC-C4D32665BF3B}" type="datetime1">
              <a:rPr lang="en-US"/>
              <a:t>11/25/2025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/>
          </p:nvPr>
        </p:nvSpPr>
        <p:spPr>
          <a:xfrm>
            <a:off x="527760" y="6339600"/>
            <a:ext cx="7249680" cy="1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2"/>
                </a:solidFill>
                <a:latin typeface="Arial"/>
              </a:rPr>
              <a:t>Arturo Olivares, Lisa Pawlowski</a:t>
            </a:r>
            <a:endParaRPr lang="de-DE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527760" y="3675240"/>
            <a:ext cx="1143216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600" b="1" i="1" strike="noStrike" spc="-1">
                <a:solidFill>
                  <a:schemeClr val="dk2"/>
                </a:solidFill>
                <a:latin typeface="Arial"/>
              </a:rPr>
              <a:t>Monitoring and Understanding Notebook-Based Learning with Jupyter</a:t>
            </a:r>
            <a:endParaRPr lang="de-DE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/>
          </p:nvPr>
        </p:nvSpPr>
        <p:spPr>
          <a:xfrm>
            <a:off x="527760" y="4846680"/>
            <a:ext cx="72496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dk2"/>
                </a:solidFill>
                <a:latin typeface="Arial"/>
              </a:rPr>
              <a:t>A two-tier Dashboard for Students and Instructors</a:t>
            </a:r>
            <a:endParaRPr lang="de-DE" sz="2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lgemeine Folien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llgemeine Folien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llgemeine Folien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Allgemeine Folien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Allgemeine Folien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Allgemeine Folien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789</Words>
  <Application>Microsoft Office PowerPoint</Application>
  <PresentationFormat>Breitbild</PresentationFormat>
  <Paragraphs>142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30</vt:i4>
      </vt:variant>
      <vt:variant>
        <vt:lpstr>Folientitel</vt:lpstr>
      </vt:variant>
      <vt:variant>
        <vt:i4>16</vt:i4>
      </vt:variant>
    </vt:vector>
  </HeadingPairs>
  <TitlesOfParts>
    <vt:vector size="51" baseType="lpstr">
      <vt:lpstr>Arial</vt:lpstr>
      <vt:lpstr>OpenSymbol</vt:lpstr>
      <vt:lpstr>Symbol</vt:lpstr>
      <vt:lpstr>Times New Roman</vt:lpstr>
      <vt:lpstr>Wingdings</vt:lpstr>
      <vt:lpstr>Allgemeine Folien</vt:lpstr>
      <vt:lpstr>Allgemeine Folien</vt:lpstr>
      <vt:lpstr>Allgemeine Folien</vt:lpstr>
      <vt:lpstr>Allgemeine Folien</vt:lpstr>
      <vt:lpstr>Allgemeine Folien</vt:lpstr>
      <vt:lpstr>Allgemeine Folien</vt:lpstr>
      <vt:lpstr>Inhaltsfolien (Schlicht)</vt:lpstr>
      <vt:lpstr>Inhaltsfolien (Schlicht)</vt:lpstr>
      <vt:lpstr>Inhaltsfolien (Schlicht)</vt:lpstr>
      <vt:lpstr>Inhaltsfolien (Schlicht)</vt:lpstr>
      <vt:lpstr>Inhaltsfolien (Schlicht)</vt:lpstr>
      <vt:lpstr>Inhaltsfolien (Schlicht)</vt:lpstr>
      <vt:lpstr>Inhaltsfolien (Schlicht)</vt:lpstr>
      <vt:lpstr>Inhaltsfolien (Schlicht)</vt:lpstr>
      <vt:lpstr>Inhaltsfolien (Schlicht)</vt:lpstr>
      <vt:lpstr>Inhaltsfolien (Schlicht)</vt:lpstr>
      <vt:lpstr>Inhaltsfolien (Schlicht)</vt:lpstr>
      <vt:lpstr>Inhaltsfolien (Schlicht)</vt:lpstr>
      <vt:lpstr>Inhaltsfolien (Schlicht)</vt:lpstr>
      <vt:lpstr>Inhaltsfolien (Schmuck)</vt:lpstr>
      <vt:lpstr>Inhaltsfolien (Schmuck)</vt:lpstr>
      <vt:lpstr>Inhaltsfolien (Schmuck)</vt:lpstr>
      <vt:lpstr>Inhaltsfolien (Schmuck)</vt:lpstr>
      <vt:lpstr>Inhaltsfolien (Schmuck)</vt:lpstr>
      <vt:lpstr>Inhaltsfolien (Schmuck)</vt:lpstr>
      <vt:lpstr>Inhaltsfolien (Schmuck)</vt:lpstr>
      <vt:lpstr>Inhaltsfolien (Schmuck)</vt:lpstr>
      <vt:lpstr>Inhaltsfolien (Schmuck)</vt:lpstr>
      <vt:lpstr>Inhaltsfolien (Schmuck)</vt:lpstr>
      <vt:lpstr>Inhaltsfolien (Schmuck)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Microsoft Office User</dc:creator>
  <dc:description/>
  <cp:lastModifiedBy>Lisa Pawlowski</cp:lastModifiedBy>
  <cp:revision>71</cp:revision>
  <dcterms:created xsi:type="dcterms:W3CDTF">2020-12-09T14:30:18Z</dcterms:created>
  <dcterms:modified xsi:type="dcterms:W3CDTF">2025-11-25T18:16:54Z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12</vt:i4>
  </property>
</Properties>
</file>